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71" r:id="rId8"/>
    <p:sldId id="262" r:id="rId9"/>
    <p:sldId id="263" r:id="rId10"/>
    <p:sldId id="264" r:id="rId11"/>
    <p:sldId id="266" r:id="rId12"/>
    <p:sldId id="269" r:id="rId13"/>
    <p:sldId id="267" r:id="rId14"/>
    <p:sldId id="268" r:id="rId15"/>
    <p:sldId id="270" r:id="rId16"/>
    <p:sldId id="265" r:id="rId17"/>
  </p:sldIdLst>
  <p:sldSz cx="18288000" cy="10287000"/>
  <p:notesSz cx="6858000" cy="9144000"/>
  <p:embeddedFontLst>
    <p:embeddedFont>
      <p:font typeface="Gotham" panose="020B0604020202020204" charset="0"/>
      <p:regular r:id="rId18"/>
    </p:embeddedFont>
    <p:embeddedFont>
      <p:font typeface="Gotham Bold Italics" panose="020B060402020202020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8" d="100"/>
          <a:sy n="38" d="100"/>
        </p:scale>
        <p:origin x="20" y="2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0" name="Group 10"/>
          <p:cNvGrpSpPr/>
          <p:nvPr/>
        </p:nvGrpSpPr>
        <p:grpSpPr>
          <a:xfrm>
            <a:off x="11762088" y="-9632634"/>
            <a:ext cx="10994424" cy="1099442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latin typeface="Times New Roman" panose="02020603050405020304" pitchFamily="18" charset="0"/>
                <a:cs typeface="Times New Roman" panose="02020603050405020304" pitchFamily="18" charset="0"/>
              </a:endParaRPr>
            </a:p>
          </p:txBody>
        </p:sp>
      </p:grpSp>
      <p:grpSp>
        <p:nvGrpSpPr>
          <p:cNvPr id="19" name="Group 19"/>
          <p:cNvGrpSpPr/>
          <p:nvPr/>
        </p:nvGrpSpPr>
        <p:grpSpPr>
          <a:xfrm>
            <a:off x="-9965724" y="-1383136"/>
            <a:ext cx="10994424" cy="10994424"/>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21" name="TextBox 21"/>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latin typeface="Times New Roman" panose="02020603050405020304" pitchFamily="18" charset="0"/>
                <a:cs typeface="Times New Roman" panose="02020603050405020304" pitchFamily="18" charset="0"/>
              </a:endParaRPr>
            </a:p>
          </p:txBody>
        </p:sp>
      </p:grpSp>
      <p:pic>
        <p:nvPicPr>
          <p:cNvPr id="23" name="Picture 22">
            <a:extLst>
              <a:ext uri="{FF2B5EF4-FFF2-40B4-BE49-F238E27FC236}">
                <a16:creationId xmlns:a16="http://schemas.microsoft.com/office/drawing/2014/main" id="{1194AAA3-5CF4-E695-04C9-0894FFF6F1F1}"/>
              </a:ext>
            </a:extLst>
          </p:cNvPr>
          <p:cNvPicPr>
            <a:picLocks noChangeAspect="1"/>
          </p:cNvPicPr>
          <p:nvPr/>
        </p:nvPicPr>
        <p:blipFill>
          <a:blip r:embed="rId2"/>
          <a:stretch>
            <a:fillRect/>
          </a:stretch>
        </p:blipFill>
        <p:spPr>
          <a:xfrm>
            <a:off x="6610443" y="196689"/>
            <a:ext cx="4752247" cy="1360611"/>
          </a:xfrm>
          <a:prstGeom prst="rect">
            <a:avLst/>
          </a:prstGeom>
        </p:spPr>
      </p:pic>
      <p:sp>
        <p:nvSpPr>
          <p:cNvPr id="24" name="TextBox 23">
            <a:extLst>
              <a:ext uri="{FF2B5EF4-FFF2-40B4-BE49-F238E27FC236}">
                <a16:creationId xmlns:a16="http://schemas.microsoft.com/office/drawing/2014/main" id="{BB0EB85C-D9CE-08DC-1131-77C9DD1A002D}"/>
              </a:ext>
            </a:extLst>
          </p:cNvPr>
          <p:cNvSpPr txBox="1"/>
          <p:nvPr/>
        </p:nvSpPr>
        <p:spPr>
          <a:xfrm>
            <a:off x="1360002" y="1608482"/>
            <a:ext cx="15925800" cy="1631216"/>
          </a:xfrm>
          <a:prstGeom prst="rect">
            <a:avLst/>
          </a:prstGeom>
          <a:noFill/>
        </p:spPr>
        <p:txBody>
          <a:bodyPr wrap="square" rtlCol="0">
            <a:spAutoFit/>
          </a:bodyPr>
          <a:lstStyle/>
          <a:p>
            <a:pPr algn="ctr"/>
            <a:r>
              <a:rPr lang="en-US" sz="3200" b="1" dirty="0">
                <a:latin typeface="Times New Roman" panose="02020603050405020304" pitchFamily="18" charset="0"/>
                <a:ea typeface="Cambria" panose="02040503050406030204" pitchFamily="18" charset="0"/>
                <a:cs typeface="Times New Roman" panose="02020603050405020304" pitchFamily="18" charset="0"/>
              </a:rPr>
              <a:t>Vel Tech Rangarajan Dr. Sagunthala R&amp;D Institute of Science and Technology</a:t>
            </a:r>
          </a:p>
          <a:p>
            <a:pPr algn="ctr"/>
            <a:r>
              <a:rPr lang="en-US" sz="3600" b="1" dirty="0">
                <a:latin typeface="Times New Roman" panose="02020603050405020304" pitchFamily="18" charset="0"/>
                <a:ea typeface="Cambria" panose="02040503050406030204" pitchFamily="18" charset="0"/>
                <a:cs typeface="Times New Roman" panose="02020603050405020304" pitchFamily="18" charset="0"/>
              </a:rPr>
              <a:t>School of Computing </a:t>
            </a:r>
          </a:p>
          <a:p>
            <a:pPr algn="ctr"/>
            <a:r>
              <a:rPr lang="en-US" sz="3200" b="1" dirty="0">
                <a:latin typeface="Times New Roman" panose="02020603050405020304" pitchFamily="18" charset="0"/>
                <a:ea typeface="Cambria" panose="02040503050406030204" pitchFamily="18" charset="0"/>
                <a:cs typeface="Times New Roman" panose="02020603050405020304" pitchFamily="18" charset="0"/>
              </a:rPr>
              <a:t>Department of Computer Science and Engineering</a:t>
            </a:r>
            <a:endParaRPr lang="en-IN" sz="3200" b="1" dirty="0">
              <a:latin typeface="Times New Roman" panose="02020603050405020304" pitchFamily="18" charset="0"/>
              <a:ea typeface="Cambria" panose="020405030504060302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55785AF5-58C8-2624-E1FD-4723B0683DE6}"/>
              </a:ext>
            </a:extLst>
          </p:cNvPr>
          <p:cNvSpPr txBox="1"/>
          <p:nvPr/>
        </p:nvSpPr>
        <p:spPr>
          <a:xfrm>
            <a:off x="1692835" y="3272357"/>
            <a:ext cx="15260135" cy="523220"/>
          </a:xfrm>
          <a:prstGeom prst="rect">
            <a:avLst/>
          </a:prstGeom>
          <a:noFill/>
        </p:spPr>
        <p:txBody>
          <a:bodyPr wrap="square">
            <a:spAutoFit/>
          </a:bodyPr>
          <a:lstStyle/>
          <a:p>
            <a:pPr algn="ctr"/>
            <a:r>
              <a:rPr lang="en-US" sz="2800" b="1" dirty="0">
                <a:solidFill>
                  <a:srgbClr val="0033CC"/>
                </a:solidFill>
                <a:latin typeface="Times New Roman" panose="02020603050405020304" pitchFamily="18" charset="0"/>
                <a:cs typeface="Times New Roman" panose="02020603050405020304" pitchFamily="18" charset="0"/>
              </a:rPr>
              <a:t>10211CS224 / FULL STACK APPLICATION DEVELOPMENT (JAVA)</a:t>
            </a:r>
            <a:endParaRPr lang="en-IN" sz="2800" b="1" dirty="0">
              <a:solidFill>
                <a:srgbClr val="0033CC"/>
              </a:solidFill>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AC6C53BF-3850-6683-E07F-D595EC8B02B2}"/>
              </a:ext>
            </a:extLst>
          </p:cNvPr>
          <p:cNvSpPr txBox="1"/>
          <p:nvPr/>
        </p:nvSpPr>
        <p:spPr>
          <a:xfrm>
            <a:off x="3727757" y="3897940"/>
            <a:ext cx="11190289" cy="1754326"/>
          </a:xfrm>
          <a:prstGeom prst="rect">
            <a:avLst/>
          </a:prstGeom>
          <a:noFill/>
        </p:spPr>
        <p:txBody>
          <a:bodyPr wrap="square" rtlCol="0">
            <a:spAutoFit/>
          </a:bodyPr>
          <a:lstStyle/>
          <a:p>
            <a:pPr algn="ctr"/>
            <a:r>
              <a:rPr lang="en-IN" sz="3600" b="1" dirty="0">
                <a:solidFill>
                  <a:srgbClr val="C00000"/>
                </a:solidFill>
                <a:latin typeface="Times New Roman" panose="02020603050405020304" pitchFamily="18" charset="0"/>
                <a:cs typeface="Times New Roman" panose="02020603050405020304" pitchFamily="18" charset="0"/>
              </a:rPr>
              <a:t>PROJECT REVIEW : MILESTONE PROJECT – 1</a:t>
            </a:r>
          </a:p>
          <a:p>
            <a:pPr algn="ctr"/>
            <a:endParaRPr lang="en-IN" sz="3600" b="1" dirty="0">
              <a:solidFill>
                <a:srgbClr val="C00000"/>
              </a:solidFill>
              <a:latin typeface="Times New Roman" panose="02020603050405020304" pitchFamily="18" charset="0"/>
              <a:cs typeface="Times New Roman" panose="02020603050405020304" pitchFamily="18" charset="0"/>
            </a:endParaRPr>
          </a:p>
          <a:p>
            <a:pPr algn="ctr"/>
            <a:r>
              <a:rPr lang="en-IN" sz="3600" b="1" dirty="0">
                <a:solidFill>
                  <a:srgbClr val="C00000"/>
                </a:solidFill>
                <a:latin typeface="Times New Roman" panose="02020603050405020304" pitchFamily="18" charset="0"/>
                <a:cs typeface="Times New Roman" panose="02020603050405020304" pitchFamily="18" charset="0"/>
              </a:rPr>
              <a:t>Date: DD-MM-YYYY</a:t>
            </a:r>
          </a:p>
        </p:txBody>
      </p:sp>
      <p:sp>
        <p:nvSpPr>
          <p:cNvPr id="13" name="TextBox 12">
            <a:extLst>
              <a:ext uri="{FF2B5EF4-FFF2-40B4-BE49-F238E27FC236}">
                <a16:creationId xmlns:a16="http://schemas.microsoft.com/office/drawing/2014/main" id="{7FFE0DA2-4723-7C13-5FD7-FC99B0394DDD}"/>
              </a:ext>
            </a:extLst>
          </p:cNvPr>
          <p:cNvSpPr txBox="1"/>
          <p:nvPr/>
        </p:nvSpPr>
        <p:spPr>
          <a:xfrm>
            <a:off x="1501640" y="6057900"/>
            <a:ext cx="15784162" cy="584775"/>
          </a:xfrm>
          <a:prstGeom prst="rect">
            <a:avLst/>
          </a:prstGeom>
          <a:noFill/>
        </p:spPr>
        <p:txBody>
          <a:bodyPr wrap="square" rtlCol="0">
            <a:spAutoFit/>
          </a:bodyPr>
          <a:lstStyle/>
          <a:p>
            <a:pPr algn="ctr"/>
            <a:r>
              <a:rPr lang="en-US" sz="3200" b="1">
                <a:solidFill>
                  <a:srgbClr val="0033CC"/>
                </a:solidFill>
                <a:latin typeface="Times New Roman" panose="02020603050405020304" pitchFamily="18" charset="0"/>
                <a:cs typeface="Times New Roman" panose="02020603050405020304" pitchFamily="18" charset="0"/>
              </a:rPr>
              <a:t>End-to-End Event Lifecycle &amp; Ticketing Platform</a:t>
            </a:r>
            <a:endParaRPr lang="en-IN" sz="3200" b="1" dirty="0">
              <a:solidFill>
                <a:srgbClr val="0033CC"/>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EA8EEF4A-EB43-B7D9-87FC-7C7D752BCA78}"/>
              </a:ext>
            </a:extLst>
          </p:cNvPr>
          <p:cNvSpPr txBox="1"/>
          <p:nvPr/>
        </p:nvSpPr>
        <p:spPr>
          <a:xfrm>
            <a:off x="893870" y="7800539"/>
            <a:ext cx="9469330" cy="1394356"/>
          </a:xfrm>
          <a:prstGeom prst="rect">
            <a:avLst/>
          </a:prstGeom>
          <a:noFill/>
        </p:spPr>
        <p:txBody>
          <a:bodyPr wrap="square" rtlCol="0">
            <a:spAutoFit/>
          </a:bodyPr>
          <a:lstStyle/>
          <a:p>
            <a:pPr>
              <a:lnSpc>
                <a:spcPct val="150000"/>
              </a:lnSpc>
            </a:pPr>
            <a:r>
              <a:rPr lang="en-US" sz="3000" b="1" dirty="0">
                <a:latin typeface="Times New Roman" panose="02020603050405020304" pitchFamily="18" charset="0"/>
                <a:ea typeface="Cambria" panose="02040503050406030204" pitchFamily="18" charset="0"/>
                <a:cs typeface="Times New Roman" panose="02020603050405020304" pitchFamily="18" charset="0"/>
              </a:rPr>
              <a:t>Presented By:</a:t>
            </a:r>
          </a:p>
          <a:p>
            <a:pPr>
              <a:lnSpc>
                <a:spcPct val="150000"/>
              </a:lnSpc>
            </a:pPr>
            <a:r>
              <a:rPr lang="en-US" sz="3000" dirty="0">
                <a:latin typeface="Times New Roman" panose="02020603050405020304" pitchFamily="18" charset="0"/>
                <a:ea typeface="Cambria" panose="02040503050406030204" pitchFamily="18" charset="0"/>
                <a:cs typeface="Times New Roman" panose="02020603050405020304" pitchFamily="18" charset="0"/>
              </a:rPr>
              <a:t>Malepati Prem Kumar Reddy – VTU26418 – 23UECS1122.</a:t>
            </a:r>
            <a:endParaRPr lang="en-IN" sz="3000" dirty="0">
              <a:latin typeface="Times New Roman" panose="02020603050405020304" pitchFamily="18" charset="0"/>
              <a:ea typeface="Cambria" panose="020405030504060302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6FF32D1A-2F9C-AC53-CCBD-ABF748DF236F}"/>
              </a:ext>
            </a:extLst>
          </p:cNvPr>
          <p:cNvSpPr txBox="1"/>
          <p:nvPr/>
        </p:nvSpPr>
        <p:spPr>
          <a:xfrm>
            <a:off x="10945035" y="7818586"/>
            <a:ext cx="6914603" cy="1391663"/>
          </a:xfrm>
          <a:prstGeom prst="rect">
            <a:avLst/>
          </a:prstGeom>
          <a:noFill/>
        </p:spPr>
        <p:txBody>
          <a:bodyPr wrap="square" rtlCol="0">
            <a:spAutoFit/>
          </a:bodyPr>
          <a:lstStyle/>
          <a:p>
            <a:pPr>
              <a:lnSpc>
                <a:spcPct val="150000"/>
              </a:lnSpc>
            </a:pPr>
            <a:r>
              <a:rPr lang="en-US" sz="3000" b="1" dirty="0">
                <a:latin typeface="Times New Roman" panose="02020603050405020304" pitchFamily="18" charset="0"/>
                <a:ea typeface="Cambria" panose="02040503050406030204" pitchFamily="18" charset="0"/>
                <a:cs typeface="Times New Roman" panose="02020603050405020304" pitchFamily="18" charset="0"/>
              </a:rPr>
              <a:t>Courses Handling Faculty:</a:t>
            </a:r>
          </a:p>
          <a:p>
            <a:pPr>
              <a:lnSpc>
                <a:spcPct val="150000"/>
              </a:lnSpc>
            </a:pPr>
            <a:r>
              <a:rPr lang="en-US" sz="3000" dirty="0">
                <a:latin typeface="Times New Roman" panose="02020603050405020304" pitchFamily="18" charset="0"/>
                <a:ea typeface="Cambria" panose="02040503050406030204" pitchFamily="18" charset="0"/>
                <a:cs typeface="Times New Roman" panose="02020603050405020304" pitchFamily="18" charset="0"/>
              </a:rPr>
              <a:t>Dr./Mr./Mrs. Name - Designation</a:t>
            </a:r>
            <a:endParaRPr lang="en-IN" sz="3000" dirty="0">
              <a:latin typeface="Times New Roman" panose="02020603050405020304" pitchFamily="18" charset="0"/>
              <a:ea typeface="Cambria" panose="020405030504060302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A7AA51DE-E8D7-A1B4-BC0D-B25C8A0C467A}"/>
              </a:ext>
            </a:extLst>
          </p:cNvPr>
          <p:cNvSpPr txBox="1"/>
          <p:nvPr/>
        </p:nvSpPr>
        <p:spPr>
          <a:xfrm>
            <a:off x="2209800" y="6972300"/>
            <a:ext cx="14743170" cy="400110"/>
          </a:xfrm>
          <a:prstGeom prst="rect">
            <a:avLst/>
          </a:prstGeom>
          <a:noFill/>
        </p:spPr>
        <p:txBody>
          <a:bodyPr wrap="square" rtlCol="0">
            <a:spAutoFit/>
          </a:bodyPr>
          <a:lstStyle/>
          <a:p>
            <a:r>
              <a:rPr lang="en-US" sz="2000" b="1" dirty="0">
                <a:latin typeface="Times New Roman" panose="02020603050405020304" pitchFamily="18" charset="0"/>
                <a:ea typeface="Cambria" panose="02040503050406030204" pitchFamily="18" charset="0"/>
                <a:cs typeface="Times New Roman" panose="02020603050405020304" pitchFamily="18" charset="0"/>
              </a:rPr>
              <a:t>SDG: </a:t>
            </a:r>
            <a:r>
              <a:rPr lang="en-US" sz="2000" dirty="0">
                <a:latin typeface="Times New Roman" panose="02020603050405020304" pitchFamily="18" charset="0"/>
                <a:cs typeface="Times New Roman" panose="02020603050405020304" pitchFamily="18" charset="0"/>
              </a:rPr>
              <a:t>SDG 9 – Industry, Innovation, and Infrastructure</a:t>
            </a:r>
            <a:endParaRPr lang="en-IN" sz="2000" b="1" dirty="0">
              <a:latin typeface="Times New Roman" panose="02020603050405020304" pitchFamily="18" charset="0"/>
              <a:ea typeface="Cambria" panose="020405030504060302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8" name="Freeform 8"/>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9" name="Group 9"/>
          <p:cNvGrpSpPr/>
          <p:nvPr/>
        </p:nvGrpSpPr>
        <p:grpSpPr>
          <a:xfrm>
            <a:off x="706082" y="1952203"/>
            <a:ext cx="992463" cy="99246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1" name="TextBox 1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1</a:t>
              </a:r>
            </a:p>
          </p:txBody>
        </p:sp>
      </p:grpSp>
      <p:grpSp>
        <p:nvGrpSpPr>
          <p:cNvPr id="12" name="Group 12"/>
          <p:cNvGrpSpPr/>
          <p:nvPr/>
        </p:nvGrpSpPr>
        <p:grpSpPr>
          <a:xfrm>
            <a:off x="948235" y="4447339"/>
            <a:ext cx="508158" cy="543805"/>
            <a:chOff x="0" y="0"/>
            <a:chExt cx="812800" cy="869819"/>
          </a:xfrm>
        </p:grpSpPr>
        <p:sp>
          <p:nvSpPr>
            <p:cNvPr id="13" name="Freeform 1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4" name="TextBox 1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5" name="Group 15"/>
          <p:cNvGrpSpPr/>
          <p:nvPr/>
        </p:nvGrpSpPr>
        <p:grpSpPr>
          <a:xfrm>
            <a:off x="948235" y="3107362"/>
            <a:ext cx="508158" cy="543805"/>
            <a:chOff x="0" y="0"/>
            <a:chExt cx="812800" cy="869819"/>
          </a:xfrm>
        </p:grpSpPr>
        <p:sp>
          <p:nvSpPr>
            <p:cNvPr id="16" name="Freeform 1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7" name="TextBox 1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18" name="Group 18"/>
          <p:cNvGrpSpPr/>
          <p:nvPr/>
        </p:nvGrpSpPr>
        <p:grpSpPr>
          <a:xfrm>
            <a:off x="948235" y="5115753"/>
            <a:ext cx="508158" cy="543805"/>
            <a:chOff x="0" y="0"/>
            <a:chExt cx="812800" cy="869819"/>
          </a:xfrm>
        </p:grpSpPr>
        <p:sp>
          <p:nvSpPr>
            <p:cNvPr id="19" name="Freeform 1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0" name="TextBox 2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1" name="Group 21"/>
          <p:cNvGrpSpPr/>
          <p:nvPr/>
        </p:nvGrpSpPr>
        <p:grpSpPr>
          <a:xfrm>
            <a:off x="948235" y="3776486"/>
            <a:ext cx="508158" cy="543805"/>
            <a:chOff x="0" y="0"/>
            <a:chExt cx="812800" cy="869819"/>
          </a:xfrm>
        </p:grpSpPr>
        <p:sp>
          <p:nvSpPr>
            <p:cNvPr id="22" name="Freeform 2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3" name="TextBox 2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4" name="Group 24"/>
          <p:cNvGrpSpPr/>
          <p:nvPr/>
        </p:nvGrpSpPr>
        <p:grpSpPr>
          <a:xfrm>
            <a:off x="948235" y="6455730"/>
            <a:ext cx="508158" cy="543805"/>
            <a:chOff x="0" y="0"/>
            <a:chExt cx="812800" cy="869819"/>
          </a:xfrm>
        </p:grpSpPr>
        <p:sp>
          <p:nvSpPr>
            <p:cNvPr id="25" name="Freeform 2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6" name="TextBox 2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7" name="Group 27"/>
          <p:cNvGrpSpPr/>
          <p:nvPr/>
        </p:nvGrpSpPr>
        <p:grpSpPr>
          <a:xfrm>
            <a:off x="948235" y="5784877"/>
            <a:ext cx="508158" cy="543805"/>
            <a:chOff x="0" y="0"/>
            <a:chExt cx="812800" cy="869819"/>
          </a:xfrm>
        </p:grpSpPr>
        <p:sp>
          <p:nvSpPr>
            <p:cNvPr id="28" name="Freeform 2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9" name="TextBox 2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48235" y="7123361"/>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48235" y="7790991"/>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2" name="TextBox 1">
            <a:extLst>
              <a:ext uri="{FF2B5EF4-FFF2-40B4-BE49-F238E27FC236}">
                <a16:creationId xmlns:a16="http://schemas.microsoft.com/office/drawing/2014/main" id="{DE796552-E8BF-2718-F921-20F9BAE7EE98}"/>
              </a:ext>
            </a:extLst>
          </p:cNvPr>
          <p:cNvSpPr txBox="1"/>
          <p:nvPr/>
        </p:nvSpPr>
        <p:spPr>
          <a:xfrm>
            <a:off x="152400" y="342900"/>
            <a:ext cx="181356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INTRODUCTION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37E9E58-77B6-079D-9D0D-E380CADAD23D}"/>
              </a:ext>
            </a:extLst>
          </p:cNvPr>
          <p:cNvSpPr txBox="1"/>
          <p:nvPr/>
        </p:nvSpPr>
        <p:spPr>
          <a:xfrm>
            <a:off x="2209800" y="1638300"/>
            <a:ext cx="15082325" cy="7848302"/>
          </a:xfrm>
          <a:prstGeom prst="rect">
            <a:avLst/>
          </a:prstGeom>
          <a:noFill/>
        </p:spPr>
        <p:txBody>
          <a:bodyPr wrap="square" rtlCol="0">
            <a:spAutoFit/>
          </a:bodyPr>
          <a:lstStyle/>
          <a:p>
            <a:pPr marL="457200" indent="-457200" algn="just">
              <a:buFontTx/>
              <a:buChar char="-"/>
            </a:pPr>
            <a:r>
              <a:rPr lang="en-US" sz="2800" dirty="0">
                <a:latin typeface="Times New Roman" panose="02020603050405020304" pitchFamily="18" charset="0"/>
                <a:cs typeface="Times New Roman" panose="02020603050405020304" pitchFamily="18" charset="0"/>
              </a:rPr>
              <a:t>In the modern digital world, event booking systems are essential for efficient management and user convenience. Many existing systems still rely on manual processes, which leads to inefficiency and poor user experience. This project, </a:t>
            </a:r>
            <a:r>
              <a:rPr lang="en-US" sz="2800" i="1" dirty="0">
                <a:latin typeface="Times New Roman" panose="02020603050405020304" pitchFamily="18" charset="0"/>
                <a:cs typeface="Times New Roman" panose="02020603050405020304" pitchFamily="18" charset="0"/>
              </a:rPr>
              <a:t>Eventify</a:t>
            </a:r>
            <a:r>
              <a:rPr lang="en-US" sz="2800" dirty="0">
                <a:latin typeface="Times New Roman" panose="02020603050405020304" pitchFamily="18" charset="0"/>
                <a:cs typeface="Times New Roman" panose="02020603050405020304" pitchFamily="18" charset="0"/>
              </a:rPr>
              <a:t>, is a web-based platform that allows users to explore, view, and book events online. It provides an integrated system for event discovery and booking with real-time data. The system also includes an admin panel to manage events efficiently. It reduces manual work and improves accuracy. This project is highly relevant for real-world applications like ticket booking platforms. It ensures centralized and automated event management.</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10" name="Freeform 10"/>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11" name="Group 11"/>
          <p:cNvGrpSpPr/>
          <p:nvPr/>
        </p:nvGrpSpPr>
        <p:grpSpPr>
          <a:xfrm>
            <a:off x="709357" y="2648112"/>
            <a:ext cx="992463" cy="992463"/>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3" name="TextBox 13"/>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2</a:t>
              </a:r>
            </a:p>
          </p:txBody>
        </p:sp>
      </p:grpSp>
      <p:grpSp>
        <p:nvGrpSpPr>
          <p:cNvPr id="14" name="Group 14"/>
          <p:cNvGrpSpPr/>
          <p:nvPr/>
        </p:nvGrpSpPr>
        <p:grpSpPr>
          <a:xfrm>
            <a:off x="951509" y="4428296"/>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1982349"/>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0" name="Group 20"/>
          <p:cNvGrpSpPr/>
          <p:nvPr/>
        </p:nvGrpSpPr>
        <p:grpSpPr>
          <a:xfrm>
            <a:off x="951509" y="509405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3" name="Group 23"/>
          <p:cNvGrpSpPr/>
          <p:nvPr/>
        </p:nvGrpSpPr>
        <p:grpSpPr>
          <a:xfrm>
            <a:off x="951509" y="376253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6" name="Group 26"/>
          <p:cNvGrpSpPr/>
          <p:nvPr/>
        </p:nvGrpSpPr>
        <p:grpSpPr>
          <a:xfrm>
            <a:off x="951509" y="6425585"/>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p:cNvGrpSpPr/>
          <p:nvPr/>
        </p:nvGrpSpPr>
        <p:grpSpPr>
          <a:xfrm>
            <a:off x="951509" y="5759822"/>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51509" y="7093216"/>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51509" y="7760846"/>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7" name="TextBox 46">
            <a:extLst>
              <a:ext uri="{FF2B5EF4-FFF2-40B4-BE49-F238E27FC236}">
                <a16:creationId xmlns:a16="http://schemas.microsoft.com/office/drawing/2014/main" id="{A8A7B8E9-D90B-1CF8-14D3-8D2483CAFC5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PROBLEM STATEMENT</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BDE2941C-1504-53F9-99B2-48002CA9A345}"/>
              </a:ext>
            </a:extLst>
          </p:cNvPr>
          <p:cNvSpPr txBox="1"/>
          <p:nvPr/>
        </p:nvSpPr>
        <p:spPr>
          <a:xfrm>
            <a:off x="2209800" y="1638300"/>
            <a:ext cx="15082325" cy="3108543"/>
          </a:xfrm>
          <a:prstGeom prst="rect">
            <a:avLst/>
          </a:prstGeom>
          <a:noFill/>
        </p:spPr>
        <p:txBody>
          <a:bodyPr wrap="square" rtlCol="0">
            <a:spAutoFit/>
          </a:bodyPr>
          <a:lstStyle/>
          <a:p>
            <a:pPr marL="457200" indent="-457200" algn="just">
              <a:buFontTx/>
              <a:buChar char="-"/>
            </a:pPr>
            <a:r>
              <a:rPr lang="en-US" sz="2800" dirty="0">
                <a:latin typeface="Times New Roman" panose="02020603050405020304" pitchFamily="18" charset="0"/>
                <a:cs typeface="Times New Roman" panose="02020603050405020304" pitchFamily="18" charset="0"/>
              </a:rPr>
              <a:t>In the modern digital world, event booking systems are essential for efficient management and user convenience. Many existing systems still rely on manual processes, which leads to inefficiency and poor user experience. This project, </a:t>
            </a:r>
            <a:r>
              <a:rPr lang="en-US" sz="2800" i="1" dirty="0">
                <a:latin typeface="Times New Roman" panose="02020603050405020304" pitchFamily="18" charset="0"/>
                <a:cs typeface="Times New Roman" panose="02020603050405020304" pitchFamily="18" charset="0"/>
              </a:rPr>
              <a:t>Eventify</a:t>
            </a:r>
            <a:r>
              <a:rPr lang="en-US" sz="2800" dirty="0">
                <a:latin typeface="Times New Roman" panose="02020603050405020304" pitchFamily="18" charset="0"/>
                <a:cs typeface="Times New Roman" panose="02020603050405020304" pitchFamily="18" charset="0"/>
              </a:rPr>
              <a:t>, is a web-based platform that allows users to explore, view, and book events online. It provides an integrated system for event discovery and booking with real-time data. The system also includes an admin panel to manage events efficiently. It reduces manual work and improves accuracy. This project is highly relevant for real-world applications like ticket booking platforms. It ensures centralized and automated event management.</a:t>
            </a:r>
            <a:endParaRPr lang="en-IN" sz="2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09357" y="3315742"/>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3</a:t>
              </a:r>
            </a:p>
          </p:txBody>
        </p:sp>
      </p:grpSp>
      <p:grpSp>
        <p:nvGrpSpPr>
          <p:cNvPr id="10" name="Group 10"/>
          <p:cNvGrpSpPr/>
          <p:nvPr/>
        </p:nvGrpSpPr>
        <p:grpSpPr>
          <a:xfrm>
            <a:off x="951509" y="4428296"/>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3" name="Group 13"/>
          <p:cNvGrpSpPr/>
          <p:nvPr/>
        </p:nvGrpSpPr>
        <p:grpSpPr>
          <a:xfrm>
            <a:off x="951509"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51509" y="5094059"/>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19" name="Group 19"/>
          <p:cNvGrpSpPr/>
          <p:nvPr/>
        </p:nvGrpSpPr>
        <p:grpSpPr>
          <a:xfrm>
            <a:off x="951509"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51509" y="6425585"/>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5" name="Group 25"/>
          <p:cNvGrpSpPr/>
          <p:nvPr/>
        </p:nvGrpSpPr>
        <p:grpSpPr>
          <a:xfrm>
            <a:off x="951509" y="575982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41" name="Group 41"/>
          <p:cNvGrpSpPr/>
          <p:nvPr/>
        </p:nvGrpSpPr>
        <p:grpSpPr>
          <a:xfrm>
            <a:off x="951509" y="7093216"/>
            <a:ext cx="508158" cy="543805"/>
            <a:chOff x="0" y="0"/>
            <a:chExt cx="812800" cy="869819"/>
          </a:xfrm>
        </p:grpSpPr>
        <p:sp>
          <p:nvSpPr>
            <p:cNvPr id="42" name="Freeform 4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3" name="TextBox 4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4" name="Group 44"/>
          <p:cNvGrpSpPr/>
          <p:nvPr/>
        </p:nvGrpSpPr>
        <p:grpSpPr>
          <a:xfrm>
            <a:off x="951509" y="7760846"/>
            <a:ext cx="508158" cy="543805"/>
            <a:chOff x="0" y="0"/>
            <a:chExt cx="812800" cy="869819"/>
          </a:xfrm>
        </p:grpSpPr>
        <p:sp>
          <p:nvSpPr>
            <p:cNvPr id="45" name="Freeform 4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6" name="TextBox 4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50" name="TextBox 49">
            <a:extLst>
              <a:ext uri="{FF2B5EF4-FFF2-40B4-BE49-F238E27FC236}">
                <a16:creationId xmlns:a16="http://schemas.microsoft.com/office/drawing/2014/main" id="{5B915D36-EE4F-CB45-6DD3-E1B9C803EB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OBJECTIVE(S)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1" name="Freeform 10">
            <a:extLst>
              <a:ext uri="{FF2B5EF4-FFF2-40B4-BE49-F238E27FC236}">
                <a16:creationId xmlns:a16="http://schemas.microsoft.com/office/drawing/2014/main" id="{CC7EEF9B-9155-23B5-AEE9-85067B6C258B}"/>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2" name="TextBox 51">
            <a:extLst>
              <a:ext uri="{FF2B5EF4-FFF2-40B4-BE49-F238E27FC236}">
                <a16:creationId xmlns:a16="http://schemas.microsoft.com/office/drawing/2014/main" id="{056A0A3A-1541-5EC0-5370-02DA282ABDDE}"/>
              </a:ext>
            </a:extLst>
          </p:cNvPr>
          <p:cNvSpPr txBox="1"/>
          <p:nvPr/>
        </p:nvSpPr>
        <p:spPr>
          <a:xfrm>
            <a:off x="2819400" y="2254251"/>
            <a:ext cx="15082325" cy="954107"/>
          </a:xfrm>
          <a:prstGeom prst="rect">
            <a:avLst/>
          </a:prstGeom>
          <a:noFill/>
        </p:spPr>
        <p:txBody>
          <a:bodyPr wrap="square" rtlCol="0">
            <a:spAutoFit/>
          </a:bodyPr>
          <a:lstStyle/>
          <a:p>
            <a:pPr marL="457200" indent="-457200">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To design and develop a web-based event booking system using PHP and MySQL.</a:t>
            </a:r>
          </a:p>
          <a:p>
            <a:pPr marL="457200" indent="-457200">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To implement user booking and admin event management modules efficiently.</a:t>
            </a:r>
            <a:endParaRPr lang="en-IN" sz="2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3" name="Group 13"/>
          <p:cNvGrpSpPr/>
          <p:nvPr/>
        </p:nvGrpSpPr>
        <p:grpSpPr>
          <a:xfrm>
            <a:off x="709357" y="3983373"/>
            <a:ext cx="992463" cy="992463"/>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4</a:t>
              </a:r>
            </a:p>
          </p:txBody>
        </p:sp>
      </p:grpSp>
      <p:grpSp>
        <p:nvGrpSpPr>
          <p:cNvPr id="16" name="Group 16"/>
          <p:cNvGrpSpPr/>
          <p:nvPr/>
        </p:nvGrpSpPr>
        <p:grpSpPr>
          <a:xfrm>
            <a:off x="951509" y="3315742"/>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9" name="Group 19"/>
          <p:cNvGrpSpPr/>
          <p:nvPr/>
        </p:nvGrpSpPr>
        <p:grpSpPr>
          <a:xfrm>
            <a:off x="951509" y="1982349"/>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2" name="Group 22"/>
          <p:cNvGrpSpPr/>
          <p:nvPr/>
        </p:nvGrpSpPr>
        <p:grpSpPr>
          <a:xfrm>
            <a:off x="951509" y="5094059"/>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5" name="Group 25"/>
          <p:cNvGrpSpPr/>
          <p:nvPr/>
        </p:nvGrpSpPr>
        <p:grpSpPr>
          <a:xfrm>
            <a:off x="951509" y="264811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8" name="Group 28"/>
          <p:cNvGrpSpPr/>
          <p:nvPr/>
        </p:nvGrpSpPr>
        <p:grpSpPr>
          <a:xfrm>
            <a:off x="951509" y="6425585"/>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51509" y="575982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4" name="Group 34"/>
          <p:cNvGrpSpPr/>
          <p:nvPr/>
        </p:nvGrpSpPr>
        <p:grpSpPr>
          <a:xfrm>
            <a:off x="951509" y="7093216"/>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7" name="Group 37"/>
          <p:cNvGrpSpPr/>
          <p:nvPr/>
        </p:nvGrpSpPr>
        <p:grpSpPr>
          <a:xfrm>
            <a:off x="951509" y="776084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5" name="Freeform 10">
            <a:extLst>
              <a:ext uri="{FF2B5EF4-FFF2-40B4-BE49-F238E27FC236}">
                <a16:creationId xmlns:a16="http://schemas.microsoft.com/office/drawing/2014/main" id="{D5D1FD99-C9A7-927E-AD67-E70F11DBAAA2}"/>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6" name="TextBox 45">
            <a:extLst>
              <a:ext uri="{FF2B5EF4-FFF2-40B4-BE49-F238E27FC236}">
                <a16:creationId xmlns:a16="http://schemas.microsoft.com/office/drawing/2014/main" id="{E7218D14-8F44-8040-8BFD-49A59591F527}"/>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E8F19716-1653-9AE0-442E-B3829A585B46}"/>
              </a:ext>
            </a:extLst>
          </p:cNvPr>
          <p:cNvSpPr txBox="1"/>
          <p:nvPr/>
        </p:nvSpPr>
        <p:spPr>
          <a:xfrm>
            <a:off x="2209800" y="1638300"/>
            <a:ext cx="15082325" cy="3539430"/>
          </a:xfrm>
          <a:prstGeom prst="rect">
            <a:avLst/>
          </a:prstGeom>
          <a:noFill/>
        </p:spPr>
        <p:txBody>
          <a:bodyPr wrap="square" rtlCol="0">
            <a:spAutoFit/>
          </a:bodyPr>
          <a:lstStyle/>
          <a:p>
            <a:pPr marL="457200" indent="-457200">
              <a:buFontTx/>
              <a:buChar char="-"/>
            </a:pPr>
            <a:r>
              <a:rPr lang="en-US" sz="2800" dirty="0">
                <a:latin typeface="Times New Roman" panose="02020603050405020304" pitchFamily="18" charset="0"/>
                <a:cs typeface="Times New Roman" panose="02020603050405020304" pitchFamily="18" charset="0"/>
              </a:rPr>
              <a:t>• Provides user login and registration using phone/email</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Displays events dynamically from database</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Allows users to view event details</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Enables users to book tickets online</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Stores booking details securely in database</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Provides admin dashboard to manage events</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Supports image upload for event banners</a:t>
            </a: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Improves efficiency compared to manual systems</a:t>
            </a:r>
            <a:endParaRPr lang="en-IN" sz="2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5" name="Group 5"/>
          <p:cNvGrpSpPr/>
          <p:nvPr/>
        </p:nvGrpSpPr>
        <p:grpSpPr>
          <a:xfrm>
            <a:off x="709357" y="4655766"/>
            <a:ext cx="992463" cy="99246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5</a:t>
              </a:r>
            </a:p>
          </p:txBody>
        </p:sp>
      </p:grpSp>
      <p:grpSp>
        <p:nvGrpSpPr>
          <p:cNvPr id="8" name="Group 8"/>
          <p:cNvGrpSpPr/>
          <p:nvPr/>
        </p:nvGrpSpPr>
        <p:grpSpPr>
          <a:xfrm>
            <a:off x="951509" y="3320505"/>
            <a:ext cx="508158" cy="543805"/>
            <a:chOff x="0" y="0"/>
            <a:chExt cx="812800" cy="869819"/>
          </a:xfrm>
        </p:grpSpPr>
        <p:sp>
          <p:nvSpPr>
            <p:cNvPr id="9" name="Freeform 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p:cNvGrpSpPr/>
          <p:nvPr/>
        </p:nvGrpSpPr>
        <p:grpSpPr>
          <a:xfrm>
            <a:off x="951509" y="1987111"/>
            <a:ext cx="508158" cy="543805"/>
            <a:chOff x="0" y="0"/>
            <a:chExt cx="812800" cy="869819"/>
          </a:xfrm>
        </p:grpSpPr>
        <p:sp>
          <p:nvSpPr>
            <p:cNvPr id="12" name="Freeform 1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p:cNvGrpSpPr/>
          <p:nvPr/>
        </p:nvGrpSpPr>
        <p:grpSpPr>
          <a:xfrm>
            <a:off x="951509" y="3988135"/>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2652874"/>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p:cNvGrpSpPr/>
          <p:nvPr/>
        </p:nvGrpSpPr>
        <p:grpSpPr>
          <a:xfrm>
            <a:off x="951509" y="6430348"/>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3" name="Group 23"/>
          <p:cNvGrpSpPr/>
          <p:nvPr/>
        </p:nvGrpSpPr>
        <p:grpSpPr>
          <a:xfrm>
            <a:off x="951509" y="5764584"/>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6" name="Group 26"/>
          <p:cNvGrpSpPr/>
          <p:nvPr/>
        </p:nvGrpSpPr>
        <p:grpSpPr>
          <a:xfrm>
            <a:off x="951509" y="7088453"/>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29" name="Group 29"/>
          <p:cNvGrpSpPr/>
          <p:nvPr/>
        </p:nvGrpSpPr>
        <p:grpSpPr>
          <a:xfrm>
            <a:off x="951509" y="7756083"/>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grpSp>
        <p:nvGrpSpPr>
          <p:cNvPr id="37" name="Group 37"/>
          <p:cNvGrpSpPr/>
          <p:nvPr/>
        </p:nvGrpSpPr>
        <p:grpSpPr>
          <a:xfrm>
            <a:off x="11762088" y="-9632634"/>
            <a:ext cx="10994424" cy="10994424"/>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9" name="TextBox 39"/>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1" name="Freeform 10">
            <a:extLst>
              <a:ext uri="{FF2B5EF4-FFF2-40B4-BE49-F238E27FC236}">
                <a16:creationId xmlns:a16="http://schemas.microsoft.com/office/drawing/2014/main" id="{01BC0C31-7FCD-94EE-8B85-19FBC227565C}"/>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2" name="TextBox 41">
            <a:extLst>
              <a:ext uri="{FF2B5EF4-FFF2-40B4-BE49-F238E27FC236}">
                <a16:creationId xmlns:a16="http://schemas.microsoft.com/office/drawing/2014/main" id="{A4B3B85F-0C7B-16B9-6D50-94A4DFD2D192}"/>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 ARCHITECTURE</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3" name="TextBox 42">
            <a:extLst>
              <a:ext uri="{FF2B5EF4-FFF2-40B4-BE49-F238E27FC236}">
                <a16:creationId xmlns:a16="http://schemas.microsoft.com/office/drawing/2014/main" id="{25F9D4B0-38FE-DBA4-164D-1745B68379A5}"/>
              </a:ext>
            </a:extLst>
          </p:cNvPr>
          <p:cNvSpPr txBox="1"/>
          <p:nvPr/>
        </p:nvSpPr>
        <p:spPr>
          <a:xfrm>
            <a:off x="2209800" y="1638300"/>
            <a:ext cx="15082325" cy="7848302"/>
          </a:xfrm>
          <a:prstGeom prst="rect">
            <a:avLst/>
          </a:prstGeom>
          <a:noFill/>
        </p:spPr>
        <p:txBody>
          <a:bodyPr wrap="square" numCol="2" rtlCol="0">
            <a:spAutoFit/>
          </a:bodyPr>
          <a:lstStyle/>
          <a:p>
            <a:pPr>
              <a:lnSpc>
                <a:spcPct val="150000"/>
              </a:lnSpc>
            </a:pPr>
            <a:r>
              <a:rPr lang="en-IN" sz="2800" b="1" dirty="0">
                <a:latin typeface="Times New Roman" panose="02020603050405020304" pitchFamily="18" charset="0"/>
                <a:cs typeface="Times New Roman" panose="02020603050405020304" pitchFamily="18" charset="0"/>
              </a:rPr>
              <a:t>Input:</a:t>
            </a:r>
            <a:endParaRPr lang="en-IN" sz="2800" dirty="0">
              <a:latin typeface="Times New Roman" panose="02020603050405020304" pitchFamily="18" charset="0"/>
              <a:cs typeface="Times New Roman" panose="02020603050405020304" pitchFamily="18" charset="0"/>
            </a:endParaRPr>
          </a:p>
          <a:p>
            <a:pPr>
              <a:lnSpc>
                <a:spcPct val="150000"/>
              </a:lnSpc>
            </a:pPr>
            <a:r>
              <a:rPr lang="en-IN" sz="2800" dirty="0">
                <a:latin typeface="Times New Roman" panose="02020603050405020304" pitchFamily="18" charset="0"/>
                <a:cs typeface="Times New Roman" panose="02020603050405020304" pitchFamily="18" charset="0"/>
              </a:rPr>
              <a:t>User login details </a:t>
            </a:r>
          </a:p>
          <a:p>
            <a:pPr>
              <a:lnSpc>
                <a:spcPct val="150000"/>
              </a:lnSpc>
            </a:pPr>
            <a:r>
              <a:rPr lang="en-IN" sz="2800" dirty="0">
                <a:latin typeface="Times New Roman" panose="02020603050405020304" pitchFamily="18" charset="0"/>
                <a:cs typeface="Times New Roman" panose="02020603050405020304" pitchFamily="18" charset="0"/>
              </a:rPr>
              <a:t>Event details (admin input) </a:t>
            </a:r>
          </a:p>
          <a:p>
            <a:pPr>
              <a:lnSpc>
                <a:spcPct val="150000"/>
              </a:lnSpc>
            </a:pPr>
            <a:r>
              <a:rPr lang="en-IN" sz="2800" dirty="0">
                <a:latin typeface="Times New Roman" panose="02020603050405020304" pitchFamily="18" charset="0"/>
                <a:cs typeface="Times New Roman" panose="02020603050405020304" pitchFamily="18" charset="0"/>
              </a:rPr>
              <a:t>Booking request </a:t>
            </a:r>
          </a:p>
          <a:p>
            <a:pPr>
              <a:lnSpc>
                <a:spcPct val="150000"/>
              </a:lnSpc>
            </a:pPr>
            <a:r>
              <a:rPr lang="en-IN" sz="2800" b="1" dirty="0">
                <a:latin typeface="Times New Roman" panose="02020603050405020304" pitchFamily="18" charset="0"/>
                <a:cs typeface="Times New Roman" panose="02020603050405020304" pitchFamily="18" charset="0"/>
              </a:rPr>
              <a:t>Processing:</a:t>
            </a:r>
            <a:endParaRPr lang="en-IN" sz="2800" dirty="0">
              <a:latin typeface="Times New Roman" panose="02020603050405020304" pitchFamily="18" charset="0"/>
              <a:cs typeface="Times New Roman" panose="02020603050405020304" pitchFamily="18" charset="0"/>
            </a:endParaRPr>
          </a:p>
          <a:p>
            <a:pPr>
              <a:lnSpc>
                <a:spcPct val="150000"/>
              </a:lnSpc>
            </a:pPr>
            <a:r>
              <a:rPr lang="en-IN" sz="2800" dirty="0">
                <a:latin typeface="Times New Roman" panose="02020603050405020304" pitchFamily="18" charset="0"/>
                <a:cs typeface="Times New Roman" panose="02020603050405020304" pitchFamily="18" charset="0"/>
              </a:rPr>
              <a:t>Authentication validation </a:t>
            </a:r>
          </a:p>
          <a:p>
            <a:pPr>
              <a:lnSpc>
                <a:spcPct val="150000"/>
              </a:lnSpc>
            </a:pPr>
            <a:r>
              <a:rPr lang="en-IN" sz="2800" dirty="0">
                <a:latin typeface="Times New Roman" panose="02020603050405020304" pitchFamily="18" charset="0"/>
                <a:cs typeface="Times New Roman" panose="02020603050405020304" pitchFamily="18" charset="0"/>
              </a:rPr>
              <a:t>Event fetching from database </a:t>
            </a:r>
          </a:p>
          <a:p>
            <a:pPr>
              <a:lnSpc>
                <a:spcPct val="150000"/>
              </a:lnSpc>
            </a:pPr>
            <a:r>
              <a:rPr lang="en-IN" sz="2800" dirty="0">
                <a:latin typeface="Times New Roman" panose="02020603050405020304" pitchFamily="18" charset="0"/>
                <a:cs typeface="Times New Roman" panose="02020603050405020304" pitchFamily="18" charset="0"/>
              </a:rPr>
              <a:t>Booking calculation </a:t>
            </a:r>
          </a:p>
          <a:p>
            <a:pPr>
              <a:lnSpc>
                <a:spcPct val="150000"/>
              </a:lnSpc>
            </a:pPr>
            <a:r>
              <a:rPr lang="en-IN" sz="2800" dirty="0">
                <a:latin typeface="Times New Roman" panose="02020603050405020304" pitchFamily="18" charset="0"/>
                <a:cs typeface="Times New Roman" panose="02020603050405020304" pitchFamily="18" charset="0"/>
              </a:rPr>
              <a:t>Session handling </a:t>
            </a:r>
          </a:p>
          <a:p>
            <a:pPr>
              <a:lnSpc>
                <a:spcPct val="150000"/>
              </a:lnSpc>
            </a:pPr>
            <a:endParaRPr lang="en-IN" sz="2800" dirty="0">
              <a:latin typeface="Times New Roman" panose="02020603050405020304" pitchFamily="18" charset="0"/>
              <a:cs typeface="Times New Roman" panose="02020603050405020304" pitchFamily="18" charset="0"/>
            </a:endParaRPr>
          </a:p>
          <a:p>
            <a:pPr>
              <a:lnSpc>
                <a:spcPct val="150000"/>
              </a:lnSpc>
            </a:pPr>
            <a:endParaRPr lang="en-IN" sz="2800" dirty="0">
              <a:latin typeface="Times New Roman" panose="02020603050405020304" pitchFamily="18" charset="0"/>
              <a:cs typeface="Times New Roman" panose="02020603050405020304" pitchFamily="18" charset="0"/>
            </a:endParaRPr>
          </a:p>
          <a:p>
            <a:pPr>
              <a:lnSpc>
                <a:spcPct val="150000"/>
              </a:lnSpc>
            </a:pPr>
            <a:endParaRPr lang="en-IN" sz="2800" dirty="0">
              <a:latin typeface="Times New Roman" panose="02020603050405020304" pitchFamily="18" charset="0"/>
              <a:cs typeface="Times New Roman" panose="02020603050405020304" pitchFamily="18" charset="0"/>
            </a:endParaRPr>
          </a:p>
          <a:p>
            <a:pPr>
              <a:lnSpc>
                <a:spcPct val="150000"/>
              </a:lnSpc>
            </a:pPr>
            <a:r>
              <a:rPr lang="en-IN" sz="2800" b="1" dirty="0">
                <a:latin typeface="Times New Roman" panose="02020603050405020304" pitchFamily="18" charset="0"/>
                <a:cs typeface="Times New Roman" panose="02020603050405020304" pitchFamily="18" charset="0"/>
              </a:rPr>
              <a:t>Database:</a:t>
            </a:r>
            <a:endParaRPr lang="en-IN" sz="2800" dirty="0">
              <a:latin typeface="Times New Roman" panose="02020603050405020304" pitchFamily="18" charset="0"/>
              <a:cs typeface="Times New Roman" panose="02020603050405020304" pitchFamily="18" charset="0"/>
            </a:endParaRPr>
          </a:p>
          <a:p>
            <a:pPr>
              <a:lnSpc>
                <a:spcPct val="150000"/>
              </a:lnSpc>
            </a:pPr>
            <a:r>
              <a:rPr lang="en-IN" sz="2800" dirty="0">
                <a:latin typeface="Times New Roman" panose="02020603050405020304" pitchFamily="18" charset="0"/>
                <a:cs typeface="Times New Roman" panose="02020603050405020304" pitchFamily="18" charset="0"/>
              </a:rPr>
              <a:t>Users </a:t>
            </a:r>
          </a:p>
          <a:p>
            <a:pPr>
              <a:lnSpc>
                <a:spcPct val="150000"/>
              </a:lnSpc>
            </a:pPr>
            <a:r>
              <a:rPr lang="en-IN" sz="2800" dirty="0">
                <a:latin typeface="Times New Roman" panose="02020603050405020304" pitchFamily="18" charset="0"/>
                <a:cs typeface="Times New Roman" panose="02020603050405020304" pitchFamily="18" charset="0"/>
              </a:rPr>
              <a:t>Admins </a:t>
            </a:r>
          </a:p>
          <a:p>
            <a:pPr>
              <a:lnSpc>
                <a:spcPct val="150000"/>
              </a:lnSpc>
            </a:pPr>
            <a:r>
              <a:rPr lang="en-IN" sz="2800" dirty="0">
                <a:latin typeface="Times New Roman" panose="02020603050405020304" pitchFamily="18" charset="0"/>
                <a:cs typeface="Times New Roman" panose="02020603050405020304" pitchFamily="18" charset="0"/>
              </a:rPr>
              <a:t>Events </a:t>
            </a:r>
          </a:p>
          <a:p>
            <a:pPr>
              <a:lnSpc>
                <a:spcPct val="150000"/>
              </a:lnSpc>
            </a:pPr>
            <a:r>
              <a:rPr lang="en-IN" sz="2800" dirty="0">
                <a:latin typeface="Times New Roman" panose="02020603050405020304" pitchFamily="18" charset="0"/>
                <a:cs typeface="Times New Roman" panose="02020603050405020304" pitchFamily="18" charset="0"/>
              </a:rPr>
              <a:t>Bookings </a:t>
            </a:r>
          </a:p>
          <a:p>
            <a:pPr>
              <a:lnSpc>
                <a:spcPct val="150000"/>
              </a:lnSpc>
            </a:pPr>
            <a:r>
              <a:rPr lang="en-IN" sz="2800" b="1" dirty="0">
                <a:latin typeface="Times New Roman" panose="02020603050405020304" pitchFamily="18" charset="0"/>
                <a:cs typeface="Times New Roman" panose="02020603050405020304" pitchFamily="18" charset="0"/>
              </a:rPr>
              <a:t>Output:</a:t>
            </a:r>
            <a:endParaRPr lang="en-IN" sz="2800" dirty="0">
              <a:latin typeface="Times New Roman" panose="02020603050405020304" pitchFamily="18" charset="0"/>
              <a:cs typeface="Times New Roman" panose="02020603050405020304" pitchFamily="18" charset="0"/>
            </a:endParaRPr>
          </a:p>
          <a:p>
            <a:pPr>
              <a:lnSpc>
                <a:spcPct val="150000"/>
              </a:lnSpc>
            </a:pPr>
            <a:r>
              <a:rPr lang="en-IN" sz="2800" dirty="0">
                <a:latin typeface="Times New Roman" panose="02020603050405020304" pitchFamily="18" charset="0"/>
                <a:cs typeface="Times New Roman" panose="02020603050405020304" pitchFamily="18" charset="0"/>
              </a:rPr>
              <a:t>Event list </a:t>
            </a:r>
          </a:p>
          <a:p>
            <a:pPr>
              <a:lnSpc>
                <a:spcPct val="150000"/>
              </a:lnSpc>
            </a:pPr>
            <a:r>
              <a:rPr lang="en-IN" sz="2800" dirty="0">
                <a:latin typeface="Times New Roman" panose="02020603050405020304" pitchFamily="18" charset="0"/>
                <a:cs typeface="Times New Roman" panose="02020603050405020304" pitchFamily="18" charset="0"/>
              </a:rPr>
              <a:t>Booking confirmation </a:t>
            </a:r>
          </a:p>
          <a:p>
            <a:pPr>
              <a:lnSpc>
                <a:spcPct val="150000"/>
              </a:lnSpc>
            </a:pPr>
            <a:r>
              <a:rPr lang="en-IN" sz="2800" dirty="0">
                <a:latin typeface="Times New Roman" panose="02020603050405020304" pitchFamily="18" charset="0"/>
                <a:cs typeface="Times New Roman" panose="02020603050405020304" pitchFamily="18" charset="0"/>
              </a:rPr>
              <a:t>Admin dashboard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7A1AE8A2-C118-EF90-6BA8-015D3E87557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DAB5CD90-ED5B-B655-2ACF-9471D1961E34}"/>
              </a:ext>
            </a:extLst>
          </p:cNvPr>
          <p:cNvGrpSpPr/>
          <p:nvPr/>
        </p:nvGrpSpPr>
        <p:grpSpPr>
          <a:xfrm>
            <a:off x="709357" y="4655766"/>
            <a:ext cx="992463" cy="992463"/>
            <a:chOff x="0" y="0"/>
            <a:chExt cx="812800" cy="812800"/>
          </a:xfrm>
        </p:grpSpPr>
        <p:sp>
          <p:nvSpPr>
            <p:cNvPr id="6" name="Freeform 6">
              <a:extLst>
                <a:ext uri="{FF2B5EF4-FFF2-40B4-BE49-F238E27FC236}">
                  <a16:creationId xmlns:a16="http://schemas.microsoft.com/office/drawing/2014/main" id="{186C902A-E261-E441-A525-B30F9D0D671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a:extLst>
                <a:ext uri="{FF2B5EF4-FFF2-40B4-BE49-F238E27FC236}">
                  <a16:creationId xmlns:a16="http://schemas.microsoft.com/office/drawing/2014/main" id="{2B35756D-1540-DD77-AE35-223F3C2F9407}"/>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5</a:t>
              </a:r>
            </a:p>
          </p:txBody>
        </p:sp>
      </p:grpSp>
      <p:grpSp>
        <p:nvGrpSpPr>
          <p:cNvPr id="8" name="Group 8">
            <a:extLst>
              <a:ext uri="{FF2B5EF4-FFF2-40B4-BE49-F238E27FC236}">
                <a16:creationId xmlns:a16="http://schemas.microsoft.com/office/drawing/2014/main" id="{2101C96D-9A44-6544-5C0F-E1875FAE250F}"/>
              </a:ext>
            </a:extLst>
          </p:cNvPr>
          <p:cNvGrpSpPr/>
          <p:nvPr/>
        </p:nvGrpSpPr>
        <p:grpSpPr>
          <a:xfrm>
            <a:off x="951509" y="3320505"/>
            <a:ext cx="508158" cy="543805"/>
            <a:chOff x="0" y="0"/>
            <a:chExt cx="812800" cy="869819"/>
          </a:xfrm>
        </p:grpSpPr>
        <p:sp>
          <p:nvSpPr>
            <p:cNvPr id="9" name="Freeform 9">
              <a:extLst>
                <a:ext uri="{FF2B5EF4-FFF2-40B4-BE49-F238E27FC236}">
                  <a16:creationId xmlns:a16="http://schemas.microsoft.com/office/drawing/2014/main" id="{93BEE933-90D7-42B9-8B5D-AB86ACD9AD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a:extLst>
                <a:ext uri="{FF2B5EF4-FFF2-40B4-BE49-F238E27FC236}">
                  <a16:creationId xmlns:a16="http://schemas.microsoft.com/office/drawing/2014/main" id="{8E4771BD-A4DE-EEC2-8517-7F0EC24510D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a:extLst>
              <a:ext uri="{FF2B5EF4-FFF2-40B4-BE49-F238E27FC236}">
                <a16:creationId xmlns:a16="http://schemas.microsoft.com/office/drawing/2014/main" id="{2534103F-85BE-3472-DE5B-8A936B6B1E16}"/>
              </a:ext>
            </a:extLst>
          </p:cNvPr>
          <p:cNvGrpSpPr/>
          <p:nvPr/>
        </p:nvGrpSpPr>
        <p:grpSpPr>
          <a:xfrm>
            <a:off x="951509" y="1987111"/>
            <a:ext cx="508158" cy="543805"/>
            <a:chOff x="0" y="0"/>
            <a:chExt cx="812800" cy="869819"/>
          </a:xfrm>
        </p:grpSpPr>
        <p:sp>
          <p:nvSpPr>
            <p:cNvPr id="12" name="Freeform 12">
              <a:extLst>
                <a:ext uri="{FF2B5EF4-FFF2-40B4-BE49-F238E27FC236}">
                  <a16:creationId xmlns:a16="http://schemas.microsoft.com/office/drawing/2014/main" id="{271E0C16-246B-A89E-3F6C-8953C0342AF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a:extLst>
                <a:ext uri="{FF2B5EF4-FFF2-40B4-BE49-F238E27FC236}">
                  <a16:creationId xmlns:a16="http://schemas.microsoft.com/office/drawing/2014/main" id="{EACBB019-5A28-14C7-643C-7F274B3777C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a:extLst>
              <a:ext uri="{FF2B5EF4-FFF2-40B4-BE49-F238E27FC236}">
                <a16:creationId xmlns:a16="http://schemas.microsoft.com/office/drawing/2014/main" id="{D378E11E-5227-8DB7-D571-039321E4440E}"/>
              </a:ext>
            </a:extLst>
          </p:cNvPr>
          <p:cNvGrpSpPr/>
          <p:nvPr/>
        </p:nvGrpSpPr>
        <p:grpSpPr>
          <a:xfrm>
            <a:off x="951509" y="3988135"/>
            <a:ext cx="508158" cy="543805"/>
            <a:chOff x="0" y="0"/>
            <a:chExt cx="812800" cy="869819"/>
          </a:xfrm>
        </p:grpSpPr>
        <p:sp>
          <p:nvSpPr>
            <p:cNvPr id="15" name="Freeform 15">
              <a:extLst>
                <a:ext uri="{FF2B5EF4-FFF2-40B4-BE49-F238E27FC236}">
                  <a16:creationId xmlns:a16="http://schemas.microsoft.com/office/drawing/2014/main" id="{6D3C0436-7E10-5C28-9322-B6C1CA30FF1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a:extLst>
                <a:ext uri="{FF2B5EF4-FFF2-40B4-BE49-F238E27FC236}">
                  <a16:creationId xmlns:a16="http://schemas.microsoft.com/office/drawing/2014/main" id="{6C425884-F94D-D080-2B4E-F261C76F2AA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a:extLst>
              <a:ext uri="{FF2B5EF4-FFF2-40B4-BE49-F238E27FC236}">
                <a16:creationId xmlns:a16="http://schemas.microsoft.com/office/drawing/2014/main" id="{1C93C9A1-1849-6203-C9B5-8CF8EDD57601}"/>
              </a:ext>
            </a:extLst>
          </p:cNvPr>
          <p:cNvGrpSpPr/>
          <p:nvPr/>
        </p:nvGrpSpPr>
        <p:grpSpPr>
          <a:xfrm>
            <a:off x="951509" y="2652874"/>
            <a:ext cx="508158" cy="543805"/>
            <a:chOff x="0" y="0"/>
            <a:chExt cx="812800" cy="869819"/>
          </a:xfrm>
        </p:grpSpPr>
        <p:sp>
          <p:nvSpPr>
            <p:cNvPr id="18" name="Freeform 18">
              <a:extLst>
                <a:ext uri="{FF2B5EF4-FFF2-40B4-BE49-F238E27FC236}">
                  <a16:creationId xmlns:a16="http://schemas.microsoft.com/office/drawing/2014/main" id="{527CAAFD-5513-3DEA-3284-9D50DC0E219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a:extLst>
                <a:ext uri="{FF2B5EF4-FFF2-40B4-BE49-F238E27FC236}">
                  <a16:creationId xmlns:a16="http://schemas.microsoft.com/office/drawing/2014/main" id="{3E9660B9-7F69-47AB-2C68-4130C914252F}"/>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a:extLst>
              <a:ext uri="{FF2B5EF4-FFF2-40B4-BE49-F238E27FC236}">
                <a16:creationId xmlns:a16="http://schemas.microsoft.com/office/drawing/2014/main" id="{44252A83-5858-74B5-703C-4CA1DCCDDCD8}"/>
              </a:ext>
            </a:extLst>
          </p:cNvPr>
          <p:cNvGrpSpPr/>
          <p:nvPr/>
        </p:nvGrpSpPr>
        <p:grpSpPr>
          <a:xfrm>
            <a:off x="951509" y="6430348"/>
            <a:ext cx="508158" cy="543805"/>
            <a:chOff x="0" y="0"/>
            <a:chExt cx="812800" cy="869819"/>
          </a:xfrm>
        </p:grpSpPr>
        <p:sp>
          <p:nvSpPr>
            <p:cNvPr id="21" name="Freeform 21">
              <a:extLst>
                <a:ext uri="{FF2B5EF4-FFF2-40B4-BE49-F238E27FC236}">
                  <a16:creationId xmlns:a16="http://schemas.microsoft.com/office/drawing/2014/main" id="{769EEE1E-6707-6466-B75E-DC1EC39F8149}"/>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a:extLst>
                <a:ext uri="{FF2B5EF4-FFF2-40B4-BE49-F238E27FC236}">
                  <a16:creationId xmlns:a16="http://schemas.microsoft.com/office/drawing/2014/main" id="{A777F7D3-E6BD-311D-3AE9-877793DFC2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3" name="Group 23">
            <a:extLst>
              <a:ext uri="{FF2B5EF4-FFF2-40B4-BE49-F238E27FC236}">
                <a16:creationId xmlns:a16="http://schemas.microsoft.com/office/drawing/2014/main" id="{01603A88-3007-57F4-6CB1-553116A2C892}"/>
              </a:ext>
            </a:extLst>
          </p:cNvPr>
          <p:cNvGrpSpPr/>
          <p:nvPr/>
        </p:nvGrpSpPr>
        <p:grpSpPr>
          <a:xfrm>
            <a:off x="951509" y="5764584"/>
            <a:ext cx="508158" cy="543805"/>
            <a:chOff x="0" y="0"/>
            <a:chExt cx="812800" cy="869819"/>
          </a:xfrm>
        </p:grpSpPr>
        <p:sp>
          <p:nvSpPr>
            <p:cNvPr id="24" name="Freeform 24">
              <a:extLst>
                <a:ext uri="{FF2B5EF4-FFF2-40B4-BE49-F238E27FC236}">
                  <a16:creationId xmlns:a16="http://schemas.microsoft.com/office/drawing/2014/main" id="{600BEC70-A9C5-4F3C-01B8-C656A2D34C9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a:extLst>
                <a:ext uri="{FF2B5EF4-FFF2-40B4-BE49-F238E27FC236}">
                  <a16:creationId xmlns:a16="http://schemas.microsoft.com/office/drawing/2014/main" id="{0317A2E5-EDCA-E751-8235-74F25FDB407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6" name="Group 26">
            <a:extLst>
              <a:ext uri="{FF2B5EF4-FFF2-40B4-BE49-F238E27FC236}">
                <a16:creationId xmlns:a16="http://schemas.microsoft.com/office/drawing/2014/main" id="{88B4F0ED-EA21-6051-B509-8914D2DFBE7F}"/>
              </a:ext>
            </a:extLst>
          </p:cNvPr>
          <p:cNvGrpSpPr/>
          <p:nvPr/>
        </p:nvGrpSpPr>
        <p:grpSpPr>
          <a:xfrm>
            <a:off x="951509" y="7088453"/>
            <a:ext cx="508158" cy="543805"/>
            <a:chOff x="0" y="0"/>
            <a:chExt cx="812800" cy="869819"/>
          </a:xfrm>
        </p:grpSpPr>
        <p:sp>
          <p:nvSpPr>
            <p:cNvPr id="27" name="Freeform 27">
              <a:extLst>
                <a:ext uri="{FF2B5EF4-FFF2-40B4-BE49-F238E27FC236}">
                  <a16:creationId xmlns:a16="http://schemas.microsoft.com/office/drawing/2014/main" id="{C52028A1-09CD-66CF-A2CE-53C14BCCDB0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a:extLst>
                <a:ext uri="{FF2B5EF4-FFF2-40B4-BE49-F238E27FC236}">
                  <a16:creationId xmlns:a16="http://schemas.microsoft.com/office/drawing/2014/main" id="{73831AFD-D710-0FEE-E3A9-2A28D8009D5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29" name="Group 29">
            <a:extLst>
              <a:ext uri="{FF2B5EF4-FFF2-40B4-BE49-F238E27FC236}">
                <a16:creationId xmlns:a16="http://schemas.microsoft.com/office/drawing/2014/main" id="{2066E4B6-09FE-5B1B-7D34-10F094BFC3FE}"/>
              </a:ext>
            </a:extLst>
          </p:cNvPr>
          <p:cNvGrpSpPr/>
          <p:nvPr/>
        </p:nvGrpSpPr>
        <p:grpSpPr>
          <a:xfrm>
            <a:off x="951509" y="7756083"/>
            <a:ext cx="508158" cy="543805"/>
            <a:chOff x="0" y="0"/>
            <a:chExt cx="812800" cy="869819"/>
          </a:xfrm>
        </p:grpSpPr>
        <p:sp>
          <p:nvSpPr>
            <p:cNvPr id="30" name="Freeform 30">
              <a:extLst>
                <a:ext uri="{FF2B5EF4-FFF2-40B4-BE49-F238E27FC236}">
                  <a16:creationId xmlns:a16="http://schemas.microsoft.com/office/drawing/2014/main" id="{F9969119-36E2-FAAC-0302-9F4ED912AA4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a:extLst>
                <a:ext uri="{FF2B5EF4-FFF2-40B4-BE49-F238E27FC236}">
                  <a16:creationId xmlns:a16="http://schemas.microsoft.com/office/drawing/2014/main" id="{0D1F068D-C299-46E5-24CF-DD2811D1846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grpSp>
        <p:nvGrpSpPr>
          <p:cNvPr id="37" name="Group 37">
            <a:extLst>
              <a:ext uri="{FF2B5EF4-FFF2-40B4-BE49-F238E27FC236}">
                <a16:creationId xmlns:a16="http://schemas.microsoft.com/office/drawing/2014/main" id="{249574C3-A119-8905-2620-65FC7C23377D}"/>
              </a:ext>
            </a:extLst>
          </p:cNvPr>
          <p:cNvGrpSpPr/>
          <p:nvPr/>
        </p:nvGrpSpPr>
        <p:grpSpPr>
          <a:xfrm>
            <a:off x="11762088" y="-9632634"/>
            <a:ext cx="10994424" cy="10994424"/>
            <a:chOff x="0" y="0"/>
            <a:chExt cx="812800" cy="812800"/>
          </a:xfrm>
        </p:grpSpPr>
        <p:sp>
          <p:nvSpPr>
            <p:cNvPr id="38" name="Freeform 38">
              <a:extLst>
                <a:ext uri="{FF2B5EF4-FFF2-40B4-BE49-F238E27FC236}">
                  <a16:creationId xmlns:a16="http://schemas.microsoft.com/office/drawing/2014/main" id="{30E1BD70-1D8D-1202-AAFD-B07B3D97719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9" name="TextBox 39">
              <a:extLst>
                <a:ext uri="{FF2B5EF4-FFF2-40B4-BE49-F238E27FC236}">
                  <a16:creationId xmlns:a16="http://schemas.microsoft.com/office/drawing/2014/main" id="{8E2748F5-6AB0-AE84-18E1-F64442D133D9}"/>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1" name="Freeform 10">
            <a:extLst>
              <a:ext uri="{FF2B5EF4-FFF2-40B4-BE49-F238E27FC236}">
                <a16:creationId xmlns:a16="http://schemas.microsoft.com/office/drawing/2014/main" id="{FF071BDA-F795-0A35-B8CA-E29A793258BB}"/>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2" name="TextBox 41">
            <a:extLst>
              <a:ext uri="{FF2B5EF4-FFF2-40B4-BE49-F238E27FC236}">
                <a16:creationId xmlns:a16="http://schemas.microsoft.com/office/drawing/2014/main" id="{B7E77B1B-2F2B-E69D-24CF-956E724AD30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 ARCHITECTURE</a:t>
            </a:r>
            <a:endParaRPr lang="en-IN" sz="4800" b="1" dirty="0">
              <a:solidFill>
                <a:srgbClr val="0033CC"/>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81D36FF1-1011-7605-19D4-2BE8DB8A25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86000" y="1373626"/>
            <a:ext cx="14027420" cy="8002909"/>
          </a:xfrm>
          <a:prstGeom prst="rect">
            <a:avLst/>
          </a:prstGeom>
        </p:spPr>
      </p:pic>
    </p:spTree>
    <p:extLst>
      <p:ext uri="{BB962C8B-B14F-4D97-AF65-F5344CB8AC3E}">
        <p14:creationId xmlns:p14="http://schemas.microsoft.com/office/powerpoint/2010/main" val="10926725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4" name="Group 14"/>
          <p:cNvGrpSpPr/>
          <p:nvPr/>
        </p:nvGrpSpPr>
        <p:grpSpPr>
          <a:xfrm>
            <a:off x="735588" y="5318634"/>
            <a:ext cx="992463" cy="992463"/>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6" name="TextBox 16"/>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6</a:t>
              </a:r>
            </a:p>
          </p:txBody>
        </p:sp>
      </p:grpSp>
      <p:grpSp>
        <p:nvGrpSpPr>
          <p:cNvPr id="17" name="Group 17"/>
          <p:cNvGrpSpPr/>
          <p:nvPr/>
        </p:nvGrpSpPr>
        <p:grpSpPr>
          <a:xfrm>
            <a:off x="977741" y="3315742"/>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0" name="Group 20"/>
          <p:cNvGrpSpPr/>
          <p:nvPr/>
        </p:nvGrpSpPr>
        <p:grpSpPr>
          <a:xfrm>
            <a:off x="977741" y="198234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3" name="Group 23"/>
          <p:cNvGrpSpPr/>
          <p:nvPr/>
        </p:nvGrpSpPr>
        <p:grpSpPr>
          <a:xfrm>
            <a:off x="977741" y="398337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26" name="Group 26"/>
          <p:cNvGrpSpPr/>
          <p:nvPr/>
        </p:nvGrpSpPr>
        <p:grpSpPr>
          <a:xfrm>
            <a:off x="977741" y="2648112"/>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9" name="Group 29"/>
          <p:cNvGrpSpPr/>
          <p:nvPr/>
        </p:nvGrpSpPr>
        <p:grpSpPr>
          <a:xfrm>
            <a:off x="977741" y="6425585"/>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2" name="Group 32"/>
          <p:cNvGrpSpPr/>
          <p:nvPr/>
        </p:nvGrpSpPr>
        <p:grpSpPr>
          <a:xfrm>
            <a:off x="977741" y="4651003"/>
            <a:ext cx="508158" cy="543805"/>
            <a:chOff x="0" y="0"/>
            <a:chExt cx="812800" cy="869819"/>
          </a:xfrm>
        </p:grpSpPr>
        <p:sp>
          <p:nvSpPr>
            <p:cNvPr id="33" name="Freeform 3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4" name="TextBox 3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37" name="Group 37"/>
          <p:cNvGrpSpPr/>
          <p:nvPr/>
        </p:nvGrpSpPr>
        <p:grpSpPr>
          <a:xfrm>
            <a:off x="977741" y="709321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0" name="Group 40"/>
          <p:cNvGrpSpPr/>
          <p:nvPr/>
        </p:nvGrpSpPr>
        <p:grpSpPr>
          <a:xfrm>
            <a:off x="977741" y="776084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663A130-069F-2D83-78E7-4DA0FE7AAC6E}"/>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7" name="TextBox 46">
            <a:extLst>
              <a:ext uri="{FF2B5EF4-FFF2-40B4-BE49-F238E27FC236}">
                <a16:creationId xmlns:a16="http://schemas.microsoft.com/office/drawing/2014/main" id="{1B156733-A733-69AA-7523-59650E125994}"/>
              </a:ext>
            </a:extLst>
          </p:cNvPr>
          <p:cNvSpPr txBox="1"/>
          <p:nvPr/>
        </p:nvSpPr>
        <p:spPr>
          <a:xfrm>
            <a:off x="190500" y="315938"/>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WORKFLOW</a:t>
            </a:r>
            <a:endParaRPr lang="en-IN" sz="4800" b="1" dirty="0">
              <a:solidFill>
                <a:srgbClr val="0033CC"/>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8887BD2E-0004-FA44-E17F-79B7811462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28900" y="1638300"/>
            <a:ext cx="14630400" cy="77303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9" name="Group 19"/>
          <p:cNvGrpSpPr/>
          <p:nvPr/>
        </p:nvGrpSpPr>
        <p:grpSpPr>
          <a:xfrm>
            <a:off x="735588" y="5976927"/>
            <a:ext cx="992463" cy="992463"/>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21" name="TextBox 2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7</a:t>
              </a:r>
            </a:p>
          </p:txBody>
        </p:sp>
      </p:grpSp>
      <p:grpSp>
        <p:nvGrpSpPr>
          <p:cNvPr id="22" name="Group 22"/>
          <p:cNvGrpSpPr/>
          <p:nvPr/>
        </p:nvGrpSpPr>
        <p:grpSpPr>
          <a:xfrm>
            <a:off x="977741" y="3315742"/>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5" name="Group 25"/>
          <p:cNvGrpSpPr/>
          <p:nvPr/>
        </p:nvGrpSpPr>
        <p:grpSpPr>
          <a:xfrm>
            <a:off x="977741" y="1982349"/>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8" name="Group 28"/>
          <p:cNvGrpSpPr/>
          <p:nvPr/>
        </p:nvGrpSpPr>
        <p:grpSpPr>
          <a:xfrm>
            <a:off x="977741" y="3983373"/>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31" name="Group 31"/>
          <p:cNvGrpSpPr/>
          <p:nvPr/>
        </p:nvGrpSpPr>
        <p:grpSpPr>
          <a:xfrm>
            <a:off x="977741" y="264811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34" name="Group 34"/>
          <p:cNvGrpSpPr/>
          <p:nvPr/>
        </p:nvGrpSpPr>
        <p:grpSpPr>
          <a:xfrm>
            <a:off x="977741" y="5318634"/>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7" name="Group 37"/>
          <p:cNvGrpSpPr/>
          <p:nvPr/>
        </p:nvGrpSpPr>
        <p:grpSpPr>
          <a:xfrm>
            <a:off x="977741" y="4651003"/>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40" name="Group 40"/>
          <p:cNvGrpSpPr/>
          <p:nvPr/>
        </p:nvGrpSpPr>
        <p:grpSpPr>
          <a:xfrm>
            <a:off x="977741" y="709321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3" name="Group 43"/>
          <p:cNvGrpSpPr/>
          <p:nvPr/>
        </p:nvGrpSpPr>
        <p:grpSpPr>
          <a:xfrm>
            <a:off x="977741" y="7760846"/>
            <a:ext cx="508158" cy="543805"/>
            <a:chOff x="0" y="0"/>
            <a:chExt cx="812800" cy="869819"/>
          </a:xfrm>
        </p:grpSpPr>
        <p:sp>
          <p:nvSpPr>
            <p:cNvPr id="44" name="Freeform 4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5" name="TextBox 4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07389F6-23D0-83F6-DD02-F20D61DADE76}"/>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7" name="TextBox 46">
            <a:extLst>
              <a:ext uri="{FF2B5EF4-FFF2-40B4-BE49-F238E27FC236}">
                <a16:creationId xmlns:a16="http://schemas.microsoft.com/office/drawing/2014/main" id="{E4ED097B-FECF-66E6-2A98-0F8B4D948FC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TECHNOLOGIES USED</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26E9F5F9-CCF8-6F05-4C01-034C88D7529E}"/>
              </a:ext>
            </a:extLst>
          </p:cNvPr>
          <p:cNvSpPr txBox="1"/>
          <p:nvPr/>
        </p:nvSpPr>
        <p:spPr>
          <a:xfrm>
            <a:off x="2209800" y="1638300"/>
            <a:ext cx="15082325" cy="6478184"/>
          </a:xfrm>
          <a:prstGeom prst="rect">
            <a:avLst/>
          </a:prstGeom>
          <a:noFill/>
        </p:spPr>
        <p:txBody>
          <a:bodyPr wrap="square" rtlCol="0">
            <a:spAutoFit/>
          </a:bodyPr>
          <a:lstStyle/>
          <a:p>
            <a:pPr>
              <a:lnSpc>
                <a:spcPct val="150000"/>
              </a:lnSpc>
            </a:pPr>
            <a:r>
              <a:rPr lang="en-IN" sz="2800" b="1" dirty="0">
                <a:latin typeface="Times New Roman" panose="02020603050405020304" pitchFamily="18" charset="0"/>
                <a:cs typeface="Times New Roman" panose="02020603050405020304" pitchFamily="18" charset="0"/>
              </a:rPr>
              <a:t>Frontend:</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HTML, CSS, JavaScript</a:t>
            </a:r>
          </a:p>
          <a:p>
            <a:pPr>
              <a:lnSpc>
                <a:spcPct val="150000"/>
              </a:lnSpc>
            </a:pPr>
            <a:r>
              <a:rPr lang="en-IN" sz="2800" b="1" dirty="0">
                <a:latin typeface="Times New Roman" panose="02020603050405020304" pitchFamily="18" charset="0"/>
                <a:cs typeface="Times New Roman" panose="02020603050405020304" pitchFamily="18" charset="0"/>
              </a:rPr>
              <a:t>Backend:</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PHP</a:t>
            </a:r>
          </a:p>
          <a:p>
            <a:pPr>
              <a:lnSpc>
                <a:spcPct val="150000"/>
              </a:lnSpc>
            </a:pPr>
            <a:r>
              <a:rPr lang="en-IN" sz="2800" b="1" dirty="0">
                <a:latin typeface="Times New Roman" panose="02020603050405020304" pitchFamily="18" charset="0"/>
                <a:cs typeface="Times New Roman" panose="02020603050405020304" pitchFamily="18" charset="0"/>
              </a:rPr>
              <a:t>Database:</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MySQL</a:t>
            </a:r>
          </a:p>
          <a:p>
            <a:pPr>
              <a:lnSpc>
                <a:spcPct val="150000"/>
              </a:lnSpc>
            </a:pPr>
            <a:r>
              <a:rPr lang="en-IN" sz="2800" b="1" dirty="0">
                <a:latin typeface="Times New Roman" panose="02020603050405020304" pitchFamily="18" charset="0"/>
                <a:cs typeface="Times New Roman" panose="02020603050405020304" pitchFamily="18" charset="0"/>
              </a:rPr>
              <a:t>Tools:</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XAMPP, VS Code, phpMyAdmin</a:t>
            </a:r>
          </a:p>
          <a:p>
            <a:pPr>
              <a:lnSpc>
                <a:spcPct val="150000"/>
              </a:lnSpc>
            </a:pPr>
            <a:r>
              <a:rPr lang="en-IN" sz="2800" b="1" dirty="0">
                <a:latin typeface="Times New Roman" panose="02020603050405020304" pitchFamily="18" charset="0"/>
                <a:cs typeface="Times New Roman" panose="02020603050405020304" pitchFamily="18" charset="0"/>
              </a:rPr>
              <a:t>Hardware/Software:</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Windows OS, Web Browser, Apache Server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35588" y="6653894"/>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8</a:t>
              </a:r>
            </a:p>
          </p:txBody>
        </p:sp>
      </p:grpSp>
      <p:grpSp>
        <p:nvGrpSpPr>
          <p:cNvPr id="10" name="Group 10"/>
          <p:cNvGrpSpPr/>
          <p:nvPr/>
        </p:nvGrpSpPr>
        <p:grpSpPr>
          <a:xfrm>
            <a:off x="977741" y="3315742"/>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p:cNvGrpSpPr/>
          <p:nvPr/>
        </p:nvGrpSpPr>
        <p:grpSpPr>
          <a:xfrm>
            <a:off x="977741"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77741" y="3983373"/>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p:cNvGrpSpPr/>
          <p:nvPr/>
        </p:nvGrpSpPr>
        <p:grpSpPr>
          <a:xfrm>
            <a:off x="977741"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77741" y="5318634"/>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p:cNvGrpSpPr/>
          <p:nvPr/>
        </p:nvGrpSpPr>
        <p:grpSpPr>
          <a:xfrm>
            <a:off x="977741" y="4651003"/>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p:cNvGrpSpPr/>
          <p:nvPr/>
        </p:nvGrpSpPr>
        <p:grpSpPr>
          <a:xfrm>
            <a:off x="977741" y="5986264"/>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77741" y="7760846"/>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p:cNvGrpSpPr/>
          <p:nvPr/>
        </p:nvGrpSpPr>
        <p:grpSpPr>
          <a:xfrm>
            <a:off x="17170670" y="-178579"/>
            <a:ext cx="10994424" cy="10994424"/>
            <a:chOff x="0" y="0"/>
            <a:chExt cx="812800" cy="812800"/>
          </a:xfrm>
        </p:grpSpPr>
        <p:sp>
          <p:nvSpPr>
            <p:cNvPr id="36" name="Freeform 3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A1BCE7C-890E-A01E-691E-1D3D07CF6333}"/>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MODULE DESCRIPTION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9304C197-EAC7-7A26-FAED-ED7302DBEC6E}"/>
              </a:ext>
            </a:extLst>
          </p:cNvPr>
          <p:cNvSpPr txBox="1"/>
          <p:nvPr/>
        </p:nvSpPr>
        <p:spPr>
          <a:xfrm>
            <a:off x="2209800" y="1638300"/>
            <a:ext cx="15082325" cy="6478184"/>
          </a:xfrm>
          <a:prstGeom prst="rect">
            <a:avLst/>
          </a:prstGeom>
          <a:noFill/>
        </p:spPr>
        <p:txBody>
          <a:bodyPr wrap="square" rtlCol="0">
            <a:spAutoFit/>
          </a:bodyPr>
          <a:lstStyle/>
          <a:p>
            <a:pPr>
              <a:lnSpc>
                <a:spcPct val="150000"/>
              </a:lnSpc>
            </a:pPr>
            <a:r>
              <a:rPr lang="en-US" sz="2800" b="1" dirty="0">
                <a:latin typeface="Times New Roman" panose="02020603050405020304" pitchFamily="18" charset="0"/>
                <a:cs typeface="Times New Roman" panose="02020603050405020304" pitchFamily="18" charset="0"/>
              </a:rPr>
              <a:t>Module 1: User Management</a:t>
            </a:r>
          </a:p>
          <a:p>
            <a:pPr>
              <a:lnSpc>
                <a:spcPct val="150000"/>
              </a:lnSpc>
            </a:pPr>
            <a:r>
              <a:rPr lang="en-US" sz="2800" dirty="0">
                <a:latin typeface="Times New Roman" panose="02020603050405020304" pitchFamily="18" charset="0"/>
                <a:cs typeface="Times New Roman" panose="02020603050405020304" pitchFamily="18" charset="0"/>
              </a:rPr>
              <a:t>Handles user login and registration using phone/email and secure password verification.</a:t>
            </a:r>
          </a:p>
          <a:p>
            <a:pPr>
              <a:lnSpc>
                <a:spcPct val="150000"/>
              </a:lnSpc>
            </a:pPr>
            <a:r>
              <a:rPr lang="en-US" sz="2800" b="1" dirty="0">
                <a:latin typeface="Times New Roman" panose="02020603050405020304" pitchFamily="18" charset="0"/>
                <a:cs typeface="Times New Roman" panose="02020603050405020304" pitchFamily="18" charset="0"/>
              </a:rPr>
              <a:t>Module 2: Event Display</a:t>
            </a:r>
          </a:p>
          <a:p>
            <a:pPr>
              <a:lnSpc>
                <a:spcPct val="150000"/>
              </a:lnSpc>
            </a:pPr>
            <a:r>
              <a:rPr lang="en-US" sz="2800" dirty="0">
                <a:latin typeface="Times New Roman" panose="02020603050405020304" pitchFamily="18" charset="0"/>
                <a:cs typeface="Times New Roman" panose="02020603050405020304" pitchFamily="18" charset="0"/>
              </a:rPr>
              <a:t>Fetches and displays events dynamically from the database (Home, Live Events, Dining).</a:t>
            </a:r>
          </a:p>
          <a:p>
            <a:pPr>
              <a:lnSpc>
                <a:spcPct val="150000"/>
              </a:lnSpc>
            </a:pPr>
            <a:r>
              <a:rPr lang="en-US" sz="2800" b="1" dirty="0">
                <a:latin typeface="Times New Roman" panose="02020603050405020304" pitchFamily="18" charset="0"/>
                <a:cs typeface="Times New Roman" panose="02020603050405020304" pitchFamily="18" charset="0"/>
              </a:rPr>
              <a:t>Module 3: Event Details &amp; Booking</a:t>
            </a:r>
          </a:p>
          <a:p>
            <a:pPr>
              <a:lnSpc>
                <a:spcPct val="150000"/>
              </a:lnSpc>
            </a:pPr>
            <a:r>
              <a:rPr lang="en-US" sz="2800" dirty="0">
                <a:latin typeface="Times New Roman" panose="02020603050405020304" pitchFamily="18" charset="0"/>
                <a:cs typeface="Times New Roman" panose="02020603050405020304" pitchFamily="18" charset="0"/>
              </a:rPr>
              <a:t>Shows detailed event info and allows users to book tickets.</a:t>
            </a:r>
          </a:p>
          <a:p>
            <a:pPr>
              <a:lnSpc>
                <a:spcPct val="150000"/>
              </a:lnSpc>
            </a:pPr>
            <a:r>
              <a:rPr lang="en-US" sz="2800" b="1" dirty="0">
                <a:latin typeface="Times New Roman" panose="02020603050405020304" pitchFamily="18" charset="0"/>
                <a:cs typeface="Times New Roman" panose="02020603050405020304" pitchFamily="18" charset="0"/>
              </a:rPr>
              <a:t>Module 4: Booking Management</a:t>
            </a:r>
          </a:p>
          <a:p>
            <a:pPr>
              <a:lnSpc>
                <a:spcPct val="150000"/>
              </a:lnSpc>
            </a:pPr>
            <a:r>
              <a:rPr lang="en-US" sz="2800" dirty="0">
                <a:latin typeface="Times New Roman" panose="02020603050405020304" pitchFamily="18" charset="0"/>
                <a:cs typeface="Times New Roman" panose="02020603050405020304" pitchFamily="18" charset="0"/>
              </a:rPr>
              <a:t>Stores user bookings and allows users to view booking history.</a:t>
            </a:r>
          </a:p>
          <a:p>
            <a:pPr>
              <a:lnSpc>
                <a:spcPct val="150000"/>
              </a:lnSpc>
            </a:pPr>
            <a:r>
              <a:rPr lang="en-US" sz="2800" b="1" dirty="0">
                <a:latin typeface="Times New Roman" panose="02020603050405020304" pitchFamily="18" charset="0"/>
                <a:cs typeface="Times New Roman" panose="02020603050405020304" pitchFamily="18" charset="0"/>
              </a:rPr>
              <a:t>Module 5: Admin Management</a:t>
            </a:r>
          </a:p>
          <a:p>
            <a:pPr>
              <a:lnSpc>
                <a:spcPct val="150000"/>
              </a:lnSpc>
            </a:pPr>
            <a:r>
              <a:rPr lang="en-US" sz="2800" dirty="0">
                <a:latin typeface="Times New Roman" panose="02020603050405020304" pitchFamily="18" charset="0"/>
                <a:cs typeface="Times New Roman" panose="02020603050405020304" pitchFamily="18" charset="0"/>
              </a:rPr>
              <a:t>Admin can add events, upload images, and manage system data through dashboard.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E0BFBA1B-7EE7-47B6-41F3-C4B61A979F6F}"/>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D8CD5C70-566B-9213-9F31-546BB621CCAF}"/>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7EBAE7EB-82E8-3AF5-3C43-EA7688F732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5294143A-C171-B89D-02DF-136CB32B43C9}"/>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t>
              </a:r>
            </a:p>
          </p:txBody>
        </p:sp>
      </p:grpSp>
      <p:grpSp>
        <p:nvGrpSpPr>
          <p:cNvPr id="10" name="Group 10">
            <a:extLst>
              <a:ext uri="{FF2B5EF4-FFF2-40B4-BE49-F238E27FC236}">
                <a16:creationId xmlns:a16="http://schemas.microsoft.com/office/drawing/2014/main" id="{811A371D-2A07-AABC-E66C-143D37E0F12C}"/>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2F7BDC7D-6911-7D85-E73A-2061DE32440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6DEA2241-E6A3-8051-F424-21070A5DF29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4DD3D6A9-1C97-9943-C984-B50356BAE3FF}"/>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6BB1489C-F4F8-D62E-3AD9-3CAA028A426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4A64A6E-EA7C-DFF0-C280-5041CD8B135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BE5FF856-5043-C428-B45A-4C00BF9D3418}"/>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CFC7AF72-B76A-8AD8-7E70-BDE8837D662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F6C277EF-EDEF-0F79-B4B2-AB1B3E58301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A32CD2C6-1D06-729E-1157-B2EAAEA172A4}"/>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A222D7EA-F7CE-B4F5-4D06-02860C5AC3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17F695A3-7B3D-00FE-26D6-E53B473BCF1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5A8D3527-DD17-232E-3ECB-BDBFC0FF3DE7}"/>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1C3EBC87-5F86-657B-5C0D-7DFFB3C4281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5638183B-03CC-91E5-1C67-EAD126FB6DA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8C4C8B82-0B52-9912-DBAF-71546B2F401E}"/>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371F41C0-C399-6E94-B393-623F6ED78C3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5375A05-CD15-FECF-CF37-72BD8B495C3C}"/>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FFA9D0CA-D989-1DF0-9CD9-7BB1BF37D00D}"/>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6D72D40E-C3C8-1774-56F7-396EA1F546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2A94558C-EEEF-6159-C648-7ED1F2545B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A8A0868D-7450-B2DC-5A6A-A607E39122E3}"/>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27C0AD0-E7DC-50B1-90B8-A6B2DA72DDA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9B60539C-7696-ACA6-9070-BC481578187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0A2A8C1-A254-99B6-B7B0-C5A8A5BB008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B814A5FC-F17C-8D1A-04C8-1ED6A2AE0E65}"/>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2EC11913-1FC3-79C0-FB94-72486D9673F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6CB89B22-25E1-321C-5A74-15CF8EBC7CA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35C6402D-9C63-51C1-99A9-4206C05377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8101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B7CF319D-58F2-DF9E-632A-90472F50FA3A}"/>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ADE101F0-A2BF-16E8-7BEC-541911EA9510}"/>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C43B1E5B-104E-DCD5-F042-8DABFE8225A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846A8601-B4CB-7C78-2833-947EEC356CD7}"/>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a:t>
              </a:r>
            </a:p>
          </p:txBody>
        </p:sp>
      </p:grpSp>
      <p:grpSp>
        <p:nvGrpSpPr>
          <p:cNvPr id="10" name="Group 10">
            <a:extLst>
              <a:ext uri="{FF2B5EF4-FFF2-40B4-BE49-F238E27FC236}">
                <a16:creationId xmlns:a16="http://schemas.microsoft.com/office/drawing/2014/main" id="{1C63788E-DB35-987D-1A89-4C3F169DF70E}"/>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676646B6-C6D6-F677-3CA9-56BE5CE444A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3CDDAA79-D530-F622-0CC8-ECE3E95F952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8227745F-FD1B-7135-E88E-D6B924C5CB24}"/>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79292FA3-A80E-1540-0024-754AADCDB01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5A8C7117-591A-F089-5F54-0229077FDEA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29278237-7990-A997-2285-EB2F5BB4EF44}"/>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F37C1434-DB0E-53EF-4140-56A0F3CD6EA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4FC388C1-59EC-CA17-BA41-9AF3AAD42D8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90F65A21-E49B-9858-6EAD-EBC3142E6239}"/>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EFDE14F0-9F59-E35F-B5B7-45C77C56354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E1181869-B448-2B7A-67F5-160B09C76D9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8B27AB66-420C-E7D0-5891-910B564CA2C2}"/>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F0605CE2-624E-D2DA-6357-65C5FA138C6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DA9B1286-A8A4-091B-5AF9-F0B275F703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127DF020-AEA7-8D57-9411-90D58D65D05B}"/>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00BA2729-D580-CF8D-87CD-EE786F2E40E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F0B6F8BA-7047-AE2A-DB03-E6846F9FAEA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B5DE7324-71F9-1D79-AB1E-F97481653389}"/>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E780ED4E-44DF-E344-CCEA-834D1374F6A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AC7D9CD8-E54E-AD67-D59B-5D4A37A1B41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E3560347-DE50-10F7-9905-7228E593D280}"/>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1B9E463A-B010-8D72-6350-7242CB0AAF56}"/>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C15BE220-858E-1446-5B56-D3329A06A997}"/>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8F156A3-70B1-1344-389E-4B3C64CA921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A36A5C58-00A3-2FE9-36E4-D92AAF44A0F5}"/>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BADF0EED-F663-F70E-9BB3-C0F576114D0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54542349-F329-7DA6-DBD4-7EFA939B9892}"/>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B6CAD810-8433-9B89-E144-29986E25063F}"/>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746F2C30-13B1-3754-C147-D58A899BC459}"/>
              </a:ext>
            </a:extLst>
          </p:cNvPr>
          <p:cNvSpPr txBox="1"/>
          <p:nvPr/>
        </p:nvSpPr>
        <p:spPr>
          <a:xfrm>
            <a:off x="2209800" y="1638300"/>
            <a:ext cx="15082325" cy="523220"/>
          </a:xfrm>
          <a:prstGeom prst="rect">
            <a:avLst/>
          </a:prstGeom>
          <a:noFill/>
        </p:spPr>
        <p:txBody>
          <a:bodyPr wrap="square" rtlCol="0">
            <a:spAutoFit/>
          </a:bodyPr>
          <a:lstStyle/>
          <a:p>
            <a:pPr marL="457200" indent="-457200">
              <a:buFontTx/>
              <a:buChar char="-"/>
            </a:pPr>
            <a:endParaRPr lang="en-IN" sz="2800" dirty="0"/>
          </a:p>
        </p:txBody>
      </p:sp>
      <p:pic>
        <p:nvPicPr>
          <p:cNvPr id="3" name="Picture 2">
            <a:extLst>
              <a:ext uri="{FF2B5EF4-FFF2-40B4-BE49-F238E27FC236}">
                <a16:creationId xmlns:a16="http://schemas.microsoft.com/office/drawing/2014/main" id="{4C058D06-389D-5672-AD96-93CADEAF5AB7}"/>
              </a:ext>
            </a:extLst>
          </p:cNvPr>
          <p:cNvPicPr>
            <a:picLocks noChangeAspect="1"/>
          </p:cNvPicPr>
          <p:nvPr/>
        </p:nvPicPr>
        <p:blipFill>
          <a:blip r:embed="rId4"/>
          <a:stretch>
            <a:fillRect/>
          </a:stretch>
        </p:blipFill>
        <p:spPr>
          <a:xfrm>
            <a:off x="1870048" y="1730746"/>
            <a:ext cx="15931818" cy="7621064"/>
          </a:xfrm>
          <a:prstGeom prst="rect">
            <a:avLst/>
          </a:prstGeom>
        </p:spPr>
      </p:pic>
    </p:spTree>
    <p:extLst>
      <p:ext uri="{BB962C8B-B14F-4D97-AF65-F5344CB8AC3E}">
        <p14:creationId xmlns:p14="http://schemas.microsoft.com/office/powerpoint/2010/main" val="39811873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C0F4F051-5473-4E78-FEB2-59A87A5FBB9B}"/>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66BE183E-F015-FFD4-5C84-C25B4DCE490A}"/>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3AEC1772-D597-ACC7-7EF1-FF0460F37AA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46839344-8B05-5C56-F0B1-64E24F458991}"/>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8(B)</a:t>
              </a:r>
            </a:p>
          </p:txBody>
        </p:sp>
      </p:grpSp>
      <p:grpSp>
        <p:nvGrpSpPr>
          <p:cNvPr id="10" name="Group 10">
            <a:extLst>
              <a:ext uri="{FF2B5EF4-FFF2-40B4-BE49-F238E27FC236}">
                <a16:creationId xmlns:a16="http://schemas.microsoft.com/office/drawing/2014/main" id="{23B54700-9ABF-8EDD-8B21-24A9248C534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B99246F8-F6B5-2F2E-2FB4-FAE1DD41DCC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B7CDDD7B-8A9B-223F-951A-473D0C9404F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B3E1A8FC-D0F1-BD05-9C14-C10EAE95E57E}"/>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CEB5FB4E-3BF3-BC6A-6692-FE375141E45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38F8F103-F0A5-8F95-A139-8DBEBEF19C2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8C558648-2D59-16EB-3098-EAF5DE978B1F}"/>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B168779D-5467-4E78-AD1E-36B5A75A347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8AFC0BB4-20A4-849D-A1E4-FA90A8DDCC7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700D33AC-D53D-0E96-8752-E5DA06AE57A5}"/>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14DABAFB-38B3-CE49-B21D-A496D7EC2A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BE27A610-3BC0-BFBC-2A61-4C157B024EF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6C0E28B4-531C-D2E1-F3C9-B5A98A28B69D}"/>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C193347-3923-7F1F-A580-A7462B158EC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C5DDC20D-7BD0-E255-26F1-86A88AF67CF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9DBB21A1-CAFF-686E-D181-980219283F79}"/>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5531A9C5-B561-53EA-BF9A-3BE6A607C1B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D8870C21-3327-4D63-FD34-36BC479967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4D7C3EBE-FA20-7E4C-13DD-84F1A98618F6}"/>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C1E3AE62-1B2B-FE1E-010C-A26C4F613A6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CDA04BD5-C99C-980C-6593-EDEA378D6C3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E77207A6-9552-432B-0793-EB6A88EE3C10}"/>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7447A1E-BA0C-26C0-C743-E590A55A653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8D425BCC-6A0F-30CB-18E7-D1E21E871D9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35F87FC1-4854-F9D4-8104-40945AD6A772}"/>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C7CF20EF-980A-2D88-E968-DCB5B8BC6CF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A7A686B7-4E4C-A5FA-60CD-A6EFF9DEAD8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3ECD8D52-6368-578C-BEB2-0B1BA37FD45D}"/>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638323CF-7DCB-075F-B739-0F88472F060D}"/>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6C0EA81E-D408-1A06-6895-1BF3CA09E497}"/>
              </a:ext>
            </a:extLst>
          </p:cNvPr>
          <p:cNvSpPr txBox="1"/>
          <p:nvPr/>
        </p:nvSpPr>
        <p:spPr>
          <a:xfrm>
            <a:off x="2209800" y="1638300"/>
            <a:ext cx="15082325" cy="4832092"/>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extLst>
      <p:ext uri="{BB962C8B-B14F-4D97-AF65-F5344CB8AC3E}">
        <p14:creationId xmlns:p14="http://schemas.microsoft.com/office/powerpoint/2010/main" val="47544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0152AA6E-1A8C-A42D-344E-C811AB58A618}"/>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EB7F1E1F-336A-607D-2868-6C57FF54EB44}"/>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63528BA9-EE0E-A6F8-4A8C-6DFC964B206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6E25C449-B344-E643-12F7-C89DEE4255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8(C)</a:t>
              </a:r>
            </a:p>
          </p:txBody>
        </p:sp>
      </p:grpSp>
      <p:grpSp>
        <p:nvGrpSpPr>
          <p:cNvPr id="10" name="Group 10">
            <a:extLst>
              <a:ext uri="{FF2B5EF4-FFF2-40B4-BE49-F238E27FC236}">
                <a16:creationId xmlns:a16="http://schemas.microsoft.com/office/drawing/2014/main" id="{4C22D2BC-F5CA-423B-6FD6-94172693045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F6670B32-1168-757A-3D40-FDD55687DCF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0D3BB7FD-57C6-C09A-D875-135D505A8E1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067A86AC-A2D1-3F33-5857-9F69983F71BB}"/>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D9EADC3C-D136-0700-9300-4D8E867EC53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8EAD5F3-3FC4-819A-6ECD-0BC55C92A2B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1671F77B-B3A5-F8B6-AC67-6EF88CA95877}"/>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1303025A-EF3E-710E-2DBD-D89F29B8499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76E7D281-CC96-92C2-C2F7-583674F0609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E0D02FED-C5F4-9CC7-F1F5-E75E542840A9}"/>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384D1E33-434F-2FA0-56CC-F24058D8639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F2FC0DCA-FB2A-610C-A8DB-76CE251A57D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4CA1DB61-05A2-042F-9815-00DBC40D0556}"/>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7E4E958-360B-28EF-052B-EDDBDD5F40F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BEDBF5CC-2720-E821-001C-11BCB7273E2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6B96629A-6996-B0D7-13D6-0FA011422666}"/>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912F1ED8-E3AD-E90A-10CE-D50A8F7D91A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0E45F23-6E8F-F601-2EB3-537A898E704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A40D6715-3580-0B1B-2305-C7ED6083AE85}"/>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11A59530-4B7F-6C6B-290E-578EA30200D0}"/>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9BDCE736-251A-5B70-853E-A0A9A174F36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8249BDCF-E07B-269B-D039-A4360C0FE2B4}"/>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6F6B04FD-3FAC-90A2-4C1A-D809D058C0A9}"/>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BEE5C092-697C-26F6-D6E0-477F151E7CAE}"/>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FF80FEAE-01A3-1956-FB30-BED14CA86273}"/>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2E8D2AB5-8B00-D9B4-469D-07CAE4ECF9C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F9F17E25-114F-438B-701A-7788D333F3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1C4B6667-B2EE-BA32-402F-04368D88D5C4}"/>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B953180-DB27-F046-86E3-E3508247B406}"/>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341A1FDE-E3AB-682A-64B7-DA145F23EB91}"/>
              </a:ext>
            </a:extLst>
          </p:cNvPr>
          <p:cNvSpPr txBox="1"/>
          <p:nvPr/>
        </p:nvSpPr>
        <p:spPr>
          <a:xfrm>
            <a:off x="2209800" y="1638300"/>
            <a:ext cx="15082325" cy="5262979"/>
          </a:xfrm>
          <a:prstGeom prst="rect">
            <a:avLst/>
          </a:prstGeom>
          <a:noFill/>
        </p:spPr>
        <p:txBody>
          <a:bodyPr wrap="square" rtlCol="0">
            <a:spAutoFit/>
          </a:bodyPr>
          <a:lstStyle/>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extLst>
      <p:ext uri="{BB962C8B-B14F-4D97-AF65-F5344CB8AC3E}">
        <p14:creationId xmlns:p14="http://schemas.microsoft.com/office/powerpoint/2010/main" val="84889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93EBAB55-7601-3C41-6F10-EE0F67F7766F}"/>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B9E2C662-B058-485B-BFC3-199F93F6D154}"/>
              </a:ext>
            </a:extLst>
          </p:cNvPr>
          <p:cNvGrpSpPr/>
          <p:nvPr/>
        </p:nvGrpSpPr>
        <p:grpSpPr>
          <a:xfrm>
            <a:off x="735588" y="7321525"/>
            <a:ext cx="992463" cy="992463"/>
            <a:chOff x="0" y="0"/>
            <a:chExt cx="812800" cy="812800"/>
          </a:xfrm>
        </p:grpSpPr>
        <p:sp>
          <p:nvSpPr>
            <p:cNvPr id="6" name="Freeform 6">
              <a:extLst>
                <a:ext uri="{FF2B5EF4-FFF2-40B4-BE49-F238E27FC236}">
                  <a16:creationId xmlns:a16="http://schemas.microsoft.com/office/drawing/2014/main" id="{F125CA7A-BCD4-5B7F-7069-AE7F5BD10A9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a:extLst>
                <a:ext uri="{FF2B5EF4-FFF2-40B4-BE49-F238E27FC236}">
                  <a16:creationId xmlns:a16="http://schemas.microsoft.com/office/drawing/2014/main" id="{07E08158-57E2-530C-A7FD-5AF72088CF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9</a:t>
              </a:r>
            </a:p>
          </p:txBody>
        </p:sp>
      </p:grpSp>
      <p:grpSp>
        <p:nvGrpSpPr>
          <p:cNvPr id="8" name="Group 8">
            <a:extLst>
              <a:ext uri="{FF2B5EF4-FFF2-40B4-BE49-F238E27FC236}">
                <a16:creationId xmlns:a16="http://schemas.microsoft.com/office/drawing/2014/main" id="{CB09EB64-B1EE-DA7A-E7DC-97163FE53167}"/>
              </a:ext>
            </a:extLst>
          </p:cNvPr>
          <p:cNvGrpSpPr/>
          <p:nvPr/>
        </p:nvGrpSpPr>
        <p:grpSpPr>
          <a:xfrm>
            <a:off x="977741" y="3315742"/>
            <a:ext cx="508158" cy="543805"/>
            <a:chOff x="0" y="0"/>
            <a:chExt cx="812800" cy="869819"/>
          </a:xfrm>
        </p:grpSpPr>
        <p:sp>
          <p:nvSpPr>
            <p:cNvPr id="9" name="Freeform 9">
              <a:extLst>
                <a:ext uri="{FF2B5EF4-FFF2-40B4-BE49-F238E27FC236}">
                  <a16:creationId xmlns:a16="http://schemas.microsoft.com/office/drawing/2014/main" id="{4B04A57D-53E9-134E-70C7-51485932A21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a:extLst>
                <a:ext uri="{FF2B5EF4-FFF2-40B4-BE49-F238E27FC236}">
                  <a16:creationId xmlns:a16="http://schemas.microsoft.com/office/drawing/2014/main" id="{AC0A25AD-0459-BAEA-2E7B-0D9279AE1BC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a:extLst>
              <a:ext uri="{FF2B5EF4-FFF2-40B4-BE49-F238E27FC236}">
                <a16:creationId xmlns:a16="http://schemas.microsoft.com/office/drawing/2014/main" id="{E0EBC171-BEE8-2D5E-8755-EE50B2570259}"/>
              </a:ext>
            </a:extLst>
          </p:cNvPr>
          <p:cNvGrpSpPr/>
          <p:nvPr/>
        </p:nvGrpSpPr>
        <p:grpSpPr>
          <a:xfrm>
            <a:off x="977741" y="1982349"/>
            <a:ext cx="508158" cy="543805"/>
            <a:chOff x="0" y="0"/>
            <a:chExt cx="812800" cy="869819"/>
          </a:xfrm>
        </p:grpSpPr>
        <p:sp>
          <p:nvSpPr>
            <p:cNvPr id="12" name="Freeform 12">
              <a:extLst>
                <a:ext uri="{FF2B5EF4-FFF2-40B4-BE49-F238E27FC236}">
                  <a16:creationId xmlns:a16="http://schemas.microsoft.com/office/drawing/2014/main" id="{E4000A93-AB8F-B573-E218-7434988FD58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a:extLst>
                <a:ext uri="{FF2B5EF4-FFF2-40B4-BE49-F238E27FC236}">
                  <a16:creationId xmlns:a16="http://schemas.microsoft.com/office/drawing/2014/main" id="{1228826C-BC2E-0DA0-107F-341F9D1A494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a:extLst>
              <a:ext uri="{FF2B5EF4-FFF2-40B4-BE49-F238E27FC236}">
                <a16:creationId xmlns:a16="http://schemas.microsoft.com/office/drawing/2014/main" id="{7FD594E4-E181-FD3B-1C72-DE2D718C274A}"/>
              </a:ext>
            </a:extLst>
          </p:cNvPr>
          <p:cNvGrpSpPr/>
          <p:nvPr/>
        </p:nvGrpSpPr>
        <p:grpSpPr>
          <a:xfrm>
            <a:off x="977741" y="3983373"/>
            <a:ext cx="508158" cy="543805"/>
            <a:chOff x="0" y="0"/>
            <a:chExt cx="812800" cy="869819"/>
          </a:xfrm>
        </p:grpSpPr>
        <p:sp>
          <p:nvSpPr>
            <p:cNvPr id="15" name="Freeform 15">
              <a:extLst>
                <a:ext uri="{FF2B5EF4-FFF2-40B4-BE49-F238E27FC236}">
                  <a16:creationId xmlns:a16="http://schemas.microsoft.com/office/drawing/2014/main" id="{C16DA90C-521A-EFE9-8EE9-CB3967A5095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a:extLst>
                <a:ext uri="{FF2B5EF4-FFF2-40B4-BE49-F238E27FC236}">
                  <a16:creationId xmlns:a16="http://schemas.microsoft.com/office/drawing/2014/main" id="{5A678428-7466-DB88-0126-41232DE4A0D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a:extLst>
              <a:ext uri="{FF2B5EF4-FFF2-40B4-BE49-F238E27FC236}">
                <a16:creationId xmlns:a16="http://schemas.microsoft.com/office/drawing/2014/main" id="{91D279A8-BDAA-B12E-DD4B-9978E9D5005C}"/>
              </a:ext>
            </a:extLst>
          </p:cNvPr>
          <p:cNvGrpSpPr/>
          <p:nvPr/>
        </p:nvGrpSpPr>
        <p:grpSpPr>
          <a:xfrm>
            <a:off x="977741" y="2648112"/>
            <a:ext cx="508158" cy="543805"/>
            <a:chOff x="0" y="0"/>
            <a:chExt cx="812800" cy="869819"/>
          </a:xfrm>
        </p:grpSpPr>
        <p:sp>
          <p:nvSpPr>
            <p:cNvPr id="18" name="Freeform 18">
              <a:extLst>
                <a:ext uri="{FF2B5EF4-FFF2-40B4-BE49-F238E27FC236}">
                  <a16:creationId xmlns:a16="http://schemas.microsoft.com/office/drawing/2014/main" id="{308F1BB3-7F58-DE0C-71F1-9782E09061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a:extLst>
                <a:ext uri="{FF2B5EF4-FFF2-40B4-BE49-F238E27FC236}">
                  <a16:creationId xmlns:a16="http://schemas.microsoft.com/office/drawing/2014/main" id="{35F43F9B-B904-0414-7AA7-1E7959C4C9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a:extLst>
              <a:ext uri="{FF2B5EF4-FFF2-40B4-BE49-F238E27FC236}">
                <a16:creationId xmlns:a16="http://schemas.microsoft.com/office/drawing/2014/main" id="{311E9EBB-A9CE-A64F-FF44-F82C0D52AC32}"/>
              </a:ext>
            </a:extLst>
          </p:cNvPr>
          <p:cNvGrpSpPr/>
          <p:nvPr/>
        </p:nvGrpSpPr>
        <p:grpSpPr>
          <a:xfrm>
            <a:off x="977741" y="5318634"/>
            <a:ext cx="508158" cy="543805"/>
            <a:chOff x="0" y="0"/>
            <a:chExt cx="812800" cy="869819"/>
          </a:xfrm>
        </p:grpSpPr>
        <p:sp>
          <p:nvSpPr>
            <p:cNvPr id="21" name="Freeform 21">
              <a:extLst>
                <a:ext uri="{FF2B5EF4-FFF2-40B4-BE49-F238E27FC236}">
                  <a16:creationId xmlns:a16="http://schemas.microsoft.com/office/drawing/2014/main" id="{DED3A9EA-E50F-553B-EDAA-87F95FD2280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a:extLst>
                <a:ext uri="{FF2B5EF4-FFF2-40B4-BE49-F238E27FC236}">
                  <a16:creationId xmlns:a16="http://schemas.microsoft.com/office/drawing/2014/main" id="{7E9C7CEA-D993-4107-0776-54AC90E2062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3" name="Group 23">
            <a:extLst>
              <a:ext uri="{FF2B5EF4-FFF2-40B4-BE49-F238E27FC236}">
                <a16:creationId xmlns:a16="http://schemas.microsoft.com/office/drawing/2014/main" id="{7B397A27-1CC9-9661-DA24-10B3E1042399}"/>
              </a:ext>
            </a:extLst>
          </p:cNvPr>
          <p:cNvGrpSpPr/>
          <p:nvPr/>
        </p:nvGrpSpPr>
        <p:grpSpPr>
          <a:xfrm>
            <a:off x="977741" y="4651003"/>
            <a:ext cx="508158" cy="543805"/>
            <a:chOff x="0" y="0"/>
            <a:chExt cx="812800" cy="869819"/>
          </a:xfrm>
        </p:grpSpPr>
        <p:sp>
          <p:nvSpPr>
            <p:cNvPr id="24" name="Freeform 24">
              <a:extLst>
                <a:ext uri="{FF2B5EF4-FFF2-40B4-BE49-F238E27FC236}">
                  <a16:creationId xmlns:a16="http://schemas.microsoft.com/office/drawing/2014/main" id="{2A8CD899-9C63-11A3-805F-4CA0E12C7CB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a:extLst>
                <a:ext uri="{FF2B5EF4-FFF2-40B4-BE49-F238E27FC236}">
                  <a16:creationId xmlns:a16="http://schemas.microsoft.com/office/drawing/2014/main" id="{1976C224-9A36-532E-5E8B-B738C9FBC3FF}"/>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6" name="Group 26">
            <a:extLst>
              <a:ext uri="{FF2B5EF4-FFF2-40B4-BE49-F238E27FC236}">
                <a16:creationId xmlns:a16="http://schemas.microsoft.com/office/drawing/2014/main" id="{E8CFE39F-6666-6E69-8980-5B55F6D56478}"/>
              </a:ext>
            </a:extLst>
          </p:cNvPr>
          <p:cNvGrpSpPr/>
          <p:nvPr/>
        </p:nvGrpSpPr>
        <p:grpSpPr>
          <a:xfrm>
            <a:off x="977741" y="5986264"/>
            <a:ext cx="508158" cy="543805"/>
            <a:chOff x="0" y="0"/>
            <a:chExt cx="812800" cy="869819"/>
          </a:xfrm>
        </p:grpSpPr>
        <p:sp>
          <p:nvSpPr>
            <p:cNvPr id="27" name="Freeform 27">
              <a:extLst>
                <a:ext uri="{FF2B5EF4-FFF2-40B4-BE49-F238E27FC236}">
                  <a16:creationId xmlns:a16="http://schemas.microsoft.com/office/drawing/2014/main" id="{F859737D-AFDF-BDFC-6651-3B954F2DD4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a:extLst>
                <a:ext uri="{FF2B5EF4-FFF2-40B4-BE49-F238E27FC236}">
                  <a16:creationId xmlns:a16="http://schemas.microsoft.com/office/drawing/2014/main" id="{B7B59B44-AD68-1549-9F86-A09D82459B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a:extLst>
              <a:ext uri="{FF2B5EF4-FFF2-40B4-BE49-F238E27FC236}">
                <a16:creationId xmlns:a16="http://schemas.microsoft.com/office/drawing/2014/main" id="{3FACABC2-D51C-1EF5-0D1B-34B410283F2E}"/>
              </a:ext>
            </a:extLst>
          </p:cNvPr>
          <p:cNvGrpSpPr/>
          <p:nvPr/>
        </p:nvGrpSpPr>
        <p:grpSpPr>
          <a:xfrm>
            <a:off x="977741" y="6653894"/>
            <a:ext cx="508158" cy="543805"/>
            <a:chOff x="0" y="0"/>
            <a:chExt cx="812800" cy="869819"/>
          </a:xfrm>
        </p:grpSpPr>
        <p:sp>
          <p:nvSpPr>
            <p:cNvPr id="30" name="Freeform 30">
              <a:extLst>
                <a:ext uri="{FF2B5EF4-FFF2-40B4-BE49-F238E27FC236}">
                  <a16:creationId xmlns:a16="http://schemas.microsoft.com/office/drawing/2014/main" id="{6DD43112-BD1E-86D9-D9C6-3C97559FC56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a:extLst>
                <a:ext uri="{FF2B5EF4-FFF2-40B4-BE49-F238E27FC236}">
                  <a16:creationId xmlns:a16="http://schemas.microsoft.com/office/drawing/2014/main" id="{C34845E4-4A4B-0A81-5A55-14004816579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sp>
        <p:nvSpPr>
          <p:cNvPr id="32" name="Freeform 32">
            <a:extLst>
              <a:ext uri="{FF2B5EF4-FFF2-40B4-BE49-F238E27FC236}">
                <a16:creationId xmlns:a16="http://schemas.microsoft.com/office/drawing/2014/main" id="{05CB8E9D-B497-44FF-DB18-7D166BD2DA61}"/>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44" name="Group 44">
            <a:extLst>
              <a:ext uri="{FF2B5EF4-FFF2-40B4-BE49-F238E27FC236}">
                <a16:creationId xmlns:a16="http://schemas.microsoft.com/office/drawing/2014/main" id="{FBD0A79F-CA0B-2560-37ED-E07624B11027}"/>
              </a:ext>
            </a:extLst>
          </p:cNvPr>
          <p:cNvGrpSpPr/>
          <p:nvPr/>
        </p:nvGrpSpPr>
        <p:grpSpPr>
          <a:xfrm>
            <a:off x="16786360" y="-353712"/>
            <a:ext cx="10994424" cy="10994424"/>
            <a:chOff x="0" y="0"/>
            <a:chExt cx="812800" cy="812800"/>
          </a:xfrm>
        </p:grpSpPr>
        <p:sp>
          <p:nvSpPr>
            <p:cNvPr id="45" name="Freeform 45">
              <a:extLst>
                <a:ext uri="{FF2B5EF4-FFF2-40B4-BE49-F238E27FC236}">
                  <a16:creationId xmlns:a16="http://schemas.microsoft.com/office/drawing/2014/main" id="{25583CD3-FA12-1B53-043B-9FE4E18BA02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sp>
        <p:sp>
          <p:nvSpPr>
            <p:cNvPr id="46" name="TextBox 46">
              <a:extLst>
                <a:ext uri="{FF2B5EF4-FFF2-40B4-BE49-F238E27FC236}">
                  <a16:creationId xmlns:a16="http://schemas.microsoft.com/office/drawing/2014/main" id="{FA405478-0BA8-4A85-A81A-B9346174FE6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2" name="TextBox 1">
            <a:extLst>
              <a:ext uri="{FF2B5EF4-FFF2-40B4-BE49-F238E27FC236}">
                <a16:creationId xmlns:a16="http://schemas.microsoft.com/office/drawing/2014/main" id="{BC926643-39EA-932E-6755-230476B3078D}"/>
              </a:ext>
            </a:extLst>
          </p:cNvPr>
          <p:cNvSpPr txBox="1"/>
          <p:nvPr/>
        </p:nvSpPr>
        <p:spPr>
          <a:xfrm>
            <a:off x="190500" y="290493"/>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ADVANTAGES &amp; LIMITATIONS</a:t>
            </a:r>
            <a:endParaRPr lang="en-IN" sz="4800" b="1" dirty="0">
              <a:solidFill>
                <a:srgbClr val="0033C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38976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32" name="Freeform 32"/>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3" name="TextBox 43"/>
          <p:cNvSpPr txBox="1"/>
          <p:nvPr/>
        </p:nvSpPr>
        <p:spPr>
          <a:xfrm>
            <a:off x="3200400" y="4486172"/>
            <a:ext cx="11159653" cy="1314655"/>
          </a:xfrm>
          <a:prstGeom prst="rect">
            <a:avLst/>
          </a:prstGeom>
        </p:spPr>
        <p:txBody>
          <a:bodyPr wrap="square" lIns="0" tIns="0" rIns="0" bIns="0" rtlCol="0" anchor="t">
            <a:spAutoFit/>
          </a:bodyPr>
          <a:lstStyle/>
          <a:p>
            <a:pPr algn="ctr">
              <a:lnSpc>
                <a:spcPts val="10149"/>
              </a:lnSpc>
            </a:pPr>
            <a:r>
              <a:rPr lang="en-US" sz="11153" b="1" i="1" dirty="0">
                <a:solidFill>
                  <a:srgbClr val="191919"/>
                </a:solidFill>
                <a:latin typeface="Gotham Bold Italics"/>
                <a:ea typeface="Gotham Bold Italics"/>
                <a:cs typeface="Gotham Bold Italics"/>
                <a:sym typeface="Gotham Bold Italics"/>
              </a:rPr>
              <a:t>Thank you</a:t>
            </a:r>
          </a:p>
        </p:txBody>
      </p:sp>
      <p:grpSp>
        <p:nvGrpSpPr>
          <p:cNvPr id="44" name="Group 44"/>
          <p:cNvGrpSpPr/>
          <p:nvPr/>
        </p:nvGrpSpPr>
        <p:grpSpPr>
          <a:xfrm>
            <a:off x="16786360" y="-353712"/>
            <a:ext cx="10994424" cy="10994424"/>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sp>
        <p:sp>
          <p:nvSpPr>
            <p:cNvPr id="46" name="TextBox 46"/>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304</TotalTime>
  <Words>739</Words>
  <Application>Microsoft Office PowerPoint</Application>
  <PresentationFormat>Custom</PresentationFormat>
  <Paragraphs>223</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Gotham Bold Italics</vt:lpstr>
      <vt:lpstr>Times New Roman</vt:lpstr>
      <vt:lpstr>Calibri</vt:lpstr>
      <vt:lpstr>Arial</vt:lpstr>
      <vt:lpstr>Gotham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Orange Simple Portfolio Presentation</dc:title>
  <cp:lastModifiedBy>Malepati prem Kumar Reddy</cp:lastModifiedBy>
  <cp:revision>12</cp:revision>
  <dcterms:created xsi:type="dcterms:W3CDTF">2006-08-16T00:00:00Z</dcterms:created>
  <dcterms:modified xsi:type="dcterms:W3CDTF">2026-03-23T07:00:51Z</dcterms:modified>
  <dc:identifier>DAHCaYqJ9OU</dc:identifier>
</cp:coreProperties>
</file>